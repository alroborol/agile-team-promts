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F0DDD2-16DC-403B-A197-FE8BBDA59DAA}" v="74" dt="2026-06-17T06:09:55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, Yu (SEC)" userId="feaa0cae-f0c8-4132-9857-b8ca8c58b44b" providerId="ADAL" clId="{AE8D0E65-73CA-4118-A9C2-999EA160A2AA}"/>
    <pc:docChg chg="undo custSel addSld delSld modSld">
      <pc:chgData name="Gu, Yu (SEC)" userId="feaa0cae-f0c8-4132-9857-b8ca8c58b44b" providerId="ADAL" clId="{AE8D0E65-73CA-4118-A9C2-999EA160A2AA}" dt="2026-06-18T04:22:46.852" v="5921" actId="20577"/>
      <pc:docMkLst>
        <pc:docMk/>
      </pc:docMkLst>
      <pc:sldChg chg="modSp mod">
        <pc:chgData name="Gu, Yu (SEC)" userId="feaa0cae-f0c8-4132-9857-b8ca8c58b44b" providerId="ADAL" clId="{AE8D0E65-73CA-4118-A9C2-999EA160A2AA}" dt="2026-06-18T04:22:46.852" v="5921" actId="20577"/>
        <pc:sldMkLst>
          <pc:docMk/>
          <pc:sldMk cId="1989936062" sldId="256"/>
        </pc:sldMkLst>
        <pc:spChg chg="mod">
          <ac:chgData name="Gu, Yu (SEC)" userId="feaa0cae-f0c8-4132-9857-b8ca8c58b44b" providerId="ADAL" clId="{AE8D0E65-73CA-4118-A9C2-999EA160A2AA}" dt="2026-06-16T04:28:02.412" v="3433"/>
          <ac:spMkLst>
            <pc:docMk/>
            <pc:sldMk cId="1989936062" sldId="256"/>
            <ac:spMk id="2" creationId="{32478BC5-2C12-0260-8007-C89CBBB3AFF4}"/>
          </ac:spMkLst>
        </pc:spChg>
        <pc:spChg chg="mod">
          <ac:chgData name="Gu, Yu (SEC)" userId="feaa0cae-f0c8-4132-9857-b8ca8c58b44b" providerId="ADAL" clId="{AE8D0E65-73CA-4118-A9C2-999EA160A2AA}" dt="2026-06-18T04:22:46.852" v="5921" actId="20577"/>
          <ac:spMkLst>
            <pc:docMk/>
            <pc:sldMk cId="1989936062" sldId="256"/>
            <ac:spMk id="3" creationId="{5D2A2CD3-EA12-73A3-745E-A31F70897839}"/>
          </ac:spMkLst>
        </pc:spChg>
      </pc:sldChg>
      <pc:sldChg chg="addSp modSp mod">
        <pc:chgData name="Gu, Yu (SEC)" userId="feaa0cae-f0c8-4132-9857-b8ca8c58b44b" providerId="ADAL" clId="{AE8D0E65-73CA-4118-A9C2-999EA160A2AA}" dt="2026-06-16T05:03:12.383" v="3991" actId="113"/>
        <pc:sldMkLst>
          <pc:docMk/>
          <pc:sldMk cId="2744743570" sldId="257"/>
        </pc:sldMkLst>
        <pc:spChg chg="mod">
          <ac:chgData name="Gu, Yu (SEC)" userId="feaa0cae-f0c8-4132-9857-b8ca8c58b44b" providerId="ADAL" clId="{AE8D0E65-73CA-4118-A9C2-999EA160A2AA}" dt="2026-06-16T03:48:42.740" v="1812"/>
          <ac:spMkLst>
            <pc:docMk/>
            <pc:sldMk cId="2744743570" sldId="257"/>
            <ac:spMk id="2" creationId="{D0ACAC71-82C2-5328-F6C1-66FB0B85D008}"/>
          </ac:spMkLst>
        </pc:spChg>
        <pc:spChg chg="mod">
          <ac:chgData name="Gu, Yu (SEC)" userId="feaa0cae-f0c8-4132-9857-b8ca8c58b44b" providerId="ADAL" clId="{AE8D0E65-73CA-4118-A9C2-999EA160A2AA}" dt="2026-06-16T04:26:33.652" v="3411"/>
          <ac:spMkLst>
            <pc:docMk/>
            <pc:sldMk cId="2744743570" sldId="257"/>
            <ac:spMk id="69" creationId="{CA779BA7-C2CE-7A34-3190-E923FDDFA41F}"/>
          </ac:spMkLst>
        </pc:spChg>
        <pc:spChg chg="add mod">
          <ac:chgData name="Gu, Yu (SEC)" userId="feaa0cae-f0c8-4132-9857-b8ca8c58b44b" providerId="ADAL" clId="{AE8D0E65-73CA-4118-A9C2-999EA160A2AA}" dt="2026-06-16T05:03:12.383" v="3991" actId="113"/>
          <ac:spMkLst>
            <pc:docMk/>
            <pc:sldMk cId="2744743570" sldId="257"/>
            <ac:spMk id="88" creationId="{37B794B7-BF7D-C376-4BC1-3F2454295F41}"/>
          </ac:spMkLst>
        </pc:spChg>
        <pc:cxnChg chg="mod">
          <ac:chgData name="Gu, Yu (SEC)" userId="feaa0cae-f0c8-4132-9857-b8ca8c58b44b" providerId="ADAL" clId="{AE8D0E65-73CA-4118-A9C2-999EA160A2AA}" dt="2026-06-16T04:26:33.648" v="3410"/>
          <ac:cxnSpMkLst>
            <pc:docMk/>
            <pc:sldMk cId="2744743570" sldId="257"/>
            <ac:cxnSpMk id="70" creationId="{B165D5DA-B9A4-9AB6-77F9-C2CFAF1C41EE}"/>
          </ac:cxnSpMkLst>
        </pc:cxnChg>
      </pc:sldChg>
      <pc:sldChg chg="modSp new mod">
        <pc:chgData name="Gu, Yu (SEC)" userId="feaa0cae-f0c8-4132-9857-b8ca8c58b44b" providerId="ADAL" clId="{AE8D0E65-73CA-4118-A9C2-999EA160A2AA}" dt="2026-06-16T05:03:02.960" v="3989" actId="20577"/>
        <pc:sldMkLst>
          <pc:docMk/>
          <pc:sldMk cId="1218919986" sldId="258"/>
        </pc:sldMkLst>
        <pc:spChg chg="mod">
          <ac:chgData name="Gu, Yu (SEC)" userId="feaa0cae-f0c8-4132-9857-b8ca8c58b44b" providerId="ADAL" clId="{AE8D0E65-73CA-4118-A9C2-999EA160A2AA}" dt="2026-06-16T03:48:38.860" v="1802"/>
          <ac:spMkLst>
            <pc:docMk/>
            <pc:sldMk cId="1218919986" sldId="258"/>
            <ac:spMk id="2" creationId="{353F9D61-449A-54EB-A33D-38193277577D}"/>
          </ac:spMkLst>
        </pc:spChg>
        <pc:spChg chg="mod">
          <ac:chgData name="Gu, Yu (SEC)" userId="feaa0cae-f0c8-4132-9857-b8ca8c58b44b" providerId="ADAL" clId="{AE8D0E65-73CA-4118-A9C2-999EA160A2AA}" dt="2026-06-16T05:03:02.960" v="3989" actId="20577"/>
          <ac:spMkLst>
            <pc:docMk/>
            <pc:sldMk cId="1218919986" sldId="258"/>
            <ac:spMk id="3" creationId="{DBDDFCBE-25C1-5198-91F8-6B5D3E5B00D2}"/>
          </ac:spMkLst>
        </pc:spChg>
      </pc:sldChg>
      <pc:sldChg chg="addSp delSp modSp new mod">
        <pc:chgData name="Gu, Yu (SEC)" userId="feaa0cae-f0c8-4132-9857-b8ca8c58b44b" providerId="ADAL" clId="{AE8D0E65-73CA-4118-A9C2-999EA160A2AA}" dt="2026-06-16T05:12:33.271" v="4058" actId="1076"/>
        <pc:sldMkLst>
          <pc:docMk/>
          <pc:sldMk cId="203468365" sldId="259"/>
        </pc:sldMkLst>
        <pc:spChg chg="mod">
          <ac:chgData name="Gu, Yu (SEC)" userId="feaa0cae-f0c8-4132-9857-b8ca8c58b44b" providerId="ADAL" clId="{AE8D0E65-73CA-4118-A9C2-999EA160A2AA}" dt="2026-06-16T03:49:32.699" v="1927"/>
          <ac:spMkLst>
            <pc:docMk/>
            <pc:sldMk cId="203468365" sldId="259"/>
            <ac:spMk id="2" creationId="{00E51B65-5B8B-CC8D-D5D3-9745042D756D}"/>
          </ac:spMkLst>
        </pc:spChg>
        <pc:spChg chg="add mod">
          <ac:chgData name="Gu, Yu (SEC)" userId="feaa0cae-f0c8-4132-9857-b8ca8c58b44b" providerId="ADAL" clId="{AE8D0E65-73CA-4118-A9C2-999EA160A2AA}" dt="2026-06-16T03:54:25.367" v="2027" actId="1076"/>
          <ac:spMkLst>
            <pc:docMk/>
            <pc:sldMk cId="203468365" sldId="259"/>
            <ac:spMk id="6" creationId="{2381F5B1-E434-ADF5-A1D3-56853B4D6A38}"/>
          </ac:spMkLst>
        </pc:spChg>
        <pc:spChg chg="add mod">
          <ac:chgData name="Gu, Yu (SEC)" userId="feaa0cae-f0c8-4132-9857-b8ca8c58b44b" providerId="ADAL" clId="{AE8D0E65-73CA-4118-A9C2-999EA160A2AA}" dt="2026-06-16T03:57:34.013" v="2099" actId="1076"/>
          <ac:spMkLst>
            <pc:docMk/>
            <pc:sldMk cId="203468365" sldId="259"/>
            <ac:spMk id="7" creationId="{EA9365AD-CF66-FE60-3007-1D880D79A2E7}"/>
          </ac:spMkLst>
        </pc:spChg>
        <pc:spChg chg="add mo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8" creationId="{3314A2BC-ACCB-FDF0-DF11-F78E98C7B0D6}"/>
          </ac:spMkLst>
        </pc:spChg>
        <pc:spChg chg="add mod or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9" creationId="{403F13E7-A45B-4050-74D5-56CC59D6CD20}"/>
          </ac:spMkLst>
        </pc:spChg>
        <pc:spChg chg="add mod ord">
          <ac:chgData name="Gu, Yu (SEC)" userId="feaa0cae-f0c8-4132-9857-b8ca8c58b44b" providerId="ADAL" clId="{AE8D0E65-73CA-4118-A9C2-999EA160A2AA}" dt="2026-06-16T04:03:00.322" v="2322" actId="166"/>
          <ac:spMkLst>
            <pc:docMk/>
            <pc:sldMk cId="203468365" sldId="259"/>
            <ac:spMk id="14" creationId="{98B0524C-DECB-738F-4C91-14A1BC523DBD}"/>
          </ac:spMkLst>
        </pc:spChg>
        <pc:spChg chg="add mod or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16" creationId="{E6C6189E-D36D-0687-8F5A-1E875ABA0BA7}"/>
          </ac:spMkLst>
        </pc:spChg>
        <pc:spChg chg="add mo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18" creationId="{6C99DB70-ED18-3B32-A40F-B3031C18C7B0}"/>
          </ac:spMkLst>
        </pc:spChg>
        <pc:spChg chg="add mod">
          <ac:chgData name="Gu, Yu (SEC)" userId="feaa0cae-f0c8-4132-9857-b8ca8c58b44b" providerId="ADAL" clId="{AE8D0E65-73CA-4118-A9C2-999EA160A2AA}" dt="2026-06-16T03:54:47.509" v="2033" actId="1076"/>
          <ac:spMkLst>
            <pc:docMk/>
            <pc:sldMk cId="203468365" sldId="259"/>
            <ac:spMk id="19" creationId="{1A3C90E2-32FD-1AF6-6EBF-460C01B78F6A}"/>
          </ac:spMkLst>
        </pc:spChg>
        <pc:spChg chg="add mo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34" creationId="{6C829BA1-85DB-0611-5EE5-BEB07BA1C7E3}"/>
          </ac:spMkLst>
        </pc:spChg>
        <pc:spChg chg="add mod">
          <ac:chgData name="Gu, Yu (SEC)" userId="feaa0cae-f0c8-4132-9857-b8ca8c58b44b" providerId="ADAL" clId="{AE8D0E65-73CA-4118-A9C2-999EA160A2AA}" dt="2026-06-16T03:57:01.824" v="2086" actId="1076"/>
          <ac:spMkLst>
            <pc:docMk/>
            <pc:sldMk cId="203468365" sldId="259"/>
            <ac:spMk id="35" creationId="{99721928-0543-B87D-F02E-F291F3DB2309}"/>
          </ac:spMkLst>
        </pc:spChg>
        <pc:spChg chg="add mod or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36" creationId="{FB75373F-2D94-3A84-02CC-A850AB12E611}"/>
          </ac:spMkLst>
        </pc:spChg>
        <pc:spChg chg="add mo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37" creationId="{F66A0C63-B87E-B869-1956-DBF8C59BFBCB}"/>
          </ac:spMkLst>
        </pc:spChg>
        <pc:spChg chg="add mod">
          <ac:chgData name="Gu, Yu (SEC)" userId="feaa0cae-f0c8-4132-9857-b8ca8c58b44b" providerId="ADAL" clId="{AE8D0E65-73CA-4118-A9C2-999EA160A2AA}" dt="2026-06-16T05:01:57.841" v="3956" actId="113"/>
          <ac:spMkLst>
            <pc:docMk/>
            <pc:sldMk cId="203468365" sldId="259"/>
            <ac:spMk id="41" creationId="{06A7DB47-1C04-45B7-8CEF-1C05E34FD8FF}"/>
          </ac:spMkLst>
        </pc:spChg>
        <pc:spChg chg="add mod">
          <ac:chgData name="Gu, Yu (SEC)" userId="feaa0cae-f0c8-4132-9857-b8ca8c58b44b" providerId="ADAL" clId="{AE8D0E65-73CA-4118-A9C2-999EA160A2AA}" dt="2026-06-16T05:12:33.271" v="4058" actId="1076"/>
          <ac:spMkLst>
            <pc:docMk/>
            <pc:sldMk cId="203468365" sldId="259"/>
            <ac:spMk id="45" creationId="{639C38C5-31D3-7536-D5EC-303C4E3FE00E}"/>
          </ac:spMkLst>
        </pc:spChg>
        <pc:spChg chg="add mod">
          <ac:chgData name="Gu, Yu (SEC)" userId="feaa0cae-f0c8-4132-9857-b8ca8c58b44b" providerId="ADAL" clId="{AE8D0E65-73CA-4118-A9C2-999EA160A2AA}" dt="2026-06-16T04:00:03.475" v="2254"/>
          <ac:spMkLst>
            <pc:docMk/>
            <pc:sldMk cId="203468365" sldId="259"/>
            <ac:spMk id="49" creationId="{60E4FBE5-1B53-5A70-A64C-2222D5FC0A24}"/>
          </ac:spMkLst>
        </pc:spChg>
        <pc:spChg chg="add mo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50" creationId="{4AF1868A-1855-05A0-DD05-09C173367830}"/>
          </ac:spMkLst>
        </pc:spChg>
        <pc:spChg chg="add mod or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51" creationId="{C7C9F18C-6BF6-5C73-4C3D-75B7E10765CD}"/>
          </ac:spMkLst>
        </pc:spChg>
        <pc:spChg chg="add mod">
          <ac:chgData name="Gu, Yu (SEC)" userId="feaa0cae-f0c8-4132-9857-b8ca8c58b44b" providerId="ADAL" clId="{AE8D0E65-73CA-4118-A9C2-999EA160A2AA}" dt="2026-06-16T04:27:33.508" v="3426" actId="20577"/>
          <ac:spMkLst>
            <pc:docMk/>
            <pc:sldMk cId="203468365" sldId="259"/>
            <ac:spMk id="52" creationId="{267CD71F-E23C-C005-67D4-1C3AA064C7D1}"/>
          </ac:spMkLst>
        </pc:spChg>
        <pc:spChg chg="add mod">
          <ac:chgData name="Gu, Yu (SEC)" userId="feaa0cae-f0c8-4132-9857-b8ca8c58b44b" providerId="ADAL" clId="{AE8D0E65-73CA-4118-A9C2-999EA160A2AA}" dt="2026-06-16T04:14:55.111" v="3060" actId="1035"/>
          <ac:spMkLst>
            <pc:docMk/>
            <pc:sldMk cId="203468365" sldId="259"/>
            <ac:spMk id="53" creationId="{DF0453FF-BC79-8FF0-BFF4-4170CDF884F8}"/>
          </ac:spMkLst>
        </pc:spChg>
        <pc:spChg chg="add mod">
          <ac:chgData name="Gu, Yu (SEC)" userId="feaa0cae-f0c8-4132-9857-b8ca8c58b44b" providerId="ADAL" clId="{AE8D0E65-73CA-4118-A9C2-999EA160A2AA}" dt="2026-06-16T04:06:05.648" v="2405" actId="1038"/>
          <ac:spMkLst>
            <pc:docMk/>
            <pc:sldMk cId="203468365" sldId="259"/>
            <ac:spMk id="54" creationId="{6E07A8CA-5CD7-B24E-1818-63CD5E757BBF}"/>
          </ac:spMkLst>
        </pc:spChg>
        <pc:picChg chg="add mod">
          <ac:chgData name="Gu, Yu (SEC)" userId="feaa0cae-f0c8-4132-9857-b8ca8c58b44b" providerId="ADAL" clId="{AE8D0E65-73CA-4118-A9C2-999EA160A2AA}" dt="2026-06-16T03:54:25.367" v="2027" actId="1076"/>
          <ac:picMkLst>
            <pc:docMk/>
            <pc:sldMk cId="203468365" sldId="259"/>
            <ac:picMk id="5" creationId="{B6B79946-DEE0-044F-B886-3C9BE03F002A}"/>
          </ac:picMkLst>
        </pc:picChg>
        <pc:picChg chg="add mod ord">
          <ac:chgData name="Gu, Yu (SEC)" userId="feaa0cae-f0c8-4132-9857-b8ca8c58b44b" providerId="ADAL" clId="{AE8D0E65-73CA-4118-A9C2-999EA160A2AA}" dt="2026-06-16T04:03:00.322" v="2322" actId="166"/>
          <ac:picMkLst>
            <pc:docMk/>
            <pc:sldMk cId="203468365" sldId="259"/>
            <ac:picMk id="10" creationId="{D51108FC-8761-B96E-C9B1-30218CFDE99E}"/>
          </ac:picMkLst>
        </pc:picChg>
        <pc:picChg chg="add mod">
          <ac:chgData name="Gu, Yu (SEC)" userId="feaa0cae-f0c8-4132-9857-b8ca8c58b44b" providerId="ADAL" clId="{AE8D0E65-73CA-4118-A9C2-999EA160A2AA}" dt="2026-06-16T03:54:33.257" v="2029" actId="1076"/>
          <ac:picMkLst>
            <pc:docMk/>
            <pc:sldMk cId="203468365" sldId="259"/>
            <ac:picMk id="11" creationId="{B8CC9715-3499-4654-0176-299F08F47DAA}"/>
          </ac:picMkLst>
        </pc:picChg>
        <pc:picChg chg="add mod">
          <ac:chgData name="Gu, Yu (SEC)" userId="feaa0cae-f0c8-4132-9857-b8ca8c58b44b" providerId="ADAL" clId="{AE8D0E65-73CA-4118-A9C2-999EA160A2AA}" dt="2026-06-16T03:57:34.013" v="2099" actId="1076"/>
          <ac:picMkLst>
            <pc:docMk/>
            <pc:sldMk cId="203468365" sldId="259"/>
            <ac:picMk id="13" creationId="{C1F72628-B0CC-92CB-606C-C9A69E7C3257}"/>
          </ac:picMkLst>
        </pc:picChg>
        <pc:picChg chg="add mod ord">
          <ac:chgData name="Gu, Yu (SEC)" userId="feaa0cae-f0c8-4132-9857-b8ca8c58b44b" providerId="ADAL" clId="{AE8D0E65-73CA-4118-A9C2-999EA160A2AA}" dt="2026-06-16T04:03:00.322" v="2322" actId="166"/>
          <ac:picMkLst>
            <pc:docMk/>
            <pc:sldMk cId="203468365" sldId="259"/>
            <ac:picMk id="15" creationId="{11DE8014-BB0D-045F-B113-DF7F1DE1CAFD}"/>
          </ac:picMkLst>
        </pc:picChg>
        <pc:picChg chg="add mod ord">
          <ac:chgData name="Gu, Yu (SEC)" userId="feaa0cae-f0c8-4132-9857-b8ca8c58b44b" providerId="ADAL" clId="{AE8D0E65-73CA-4118-A9C2-999EA160A2AA}" dt="2026-06-16T04:03:00.322" v="2322" actId="166"/>
          <ac:picMkLst>
            <pc:docMk/>
            <pc:sldMk cId="203468365" sldId="259"/>
            <ac:picMk id="17" creationId="{1AA44FFF-5401-E7D7-6915-D81E65E43F9D}"/>
          </ac:picMkLst>
        </pc:picChg>
        <pc:cxnChg chg="add mod">
          <ac:chgData name="Gu, Yu (SEC)" userId="feaa0cae-f0c8-4132-9857-b8ca8c58b44b" providerId="ADAL" clId="{AE8D0E65-73CA-4118-A9C2-999EA160A2AA}" dt="2026-06-16T04:06:05.648" v="2405" actId="1038"/>
          <ac:cxnSpMkLst>
            <pc:docMk/>
            <pc:sldMk cId="203468365" sldId="259"/>
            <ac:cxnSpMk id="12" creationId="{164D95F1-F77D-C221-CC91-A31687E53D8E}"/>
          </ac:cxnSpMkLst>
        </pc:cxnChg>
        <pc:cxnChg chg="add mod">
          <ac:chgData name="Gu, Yu (SEC)" userId="feaa0cae-f0c8-4132-9857-b8ca8c58b44b" providerId="ADAL" clId="{AE8D0E65-73CA-4118-A9C2-999EA160A2AA}" dt="2026-06-16T04:06:05.648" v="2405" actId="1038"/>
          <ac:cxnSpMkLst>
            <pc:docMk/>
            <pc:sldMk cId="203468365" sldId="259"/>
            <ac:cxnSpMk id="21" creationId="{45389E56-BB94-44AA-3A09-5E47AE763B6F}"/>
          </ac:cxnSpMkLst>
        </pc:cxnChg>
        <pc:cxnChg chg="add mod">
          <ac:chgData name="Gu, Yu (SEC)" userId="feaa0cae-f0c8-4132-9857-b8ca8c58b44b" providerId="ADAL" clId="{AE8D0E65-73CA-4118-A9C2-999EA160A2AA}" dt="2026-06-16T04:27:39.729" v="3429" actId="14100"/>
          <ac:cxnSpMkLst>
            <pc:docMk/>
            <pc:sldMk cId="203468365" sldId="259"/>
            <ac:cxnSpMk id="22" creationId="{27B5AD5C-85AC-3B0F-56F9-DFCD346D8CA2}"/>
          </ac:cxnSpMkLst>
        </pc:cxnChg>
        <pc:cxnChg chg="add mod">
          <ac:chgData name="Gu, Yu (SEC)" userId="feaa0cae-f0c8-4132-9857-b8ca8c58b44b" providerId="ADAL" clId="{AE8D0E65-73CA-4118-A9C2-999EA160A2AA}" dt="2026-06-16T04:01:31.008" v="2304" actId="14100"/>
          <ac:cxnSpMkLst>
            <pc:docMk/>
            <pc:sldMk cId="203468365" sldId="259"/>
            <ac:cxnSpMk id="24" creationId="{6AAB2C81-946D-2182-2CC8-1EF6FAEE0C68}"/>
          </ac:cxnSpMkLst>
        </pc:cxnChg>
        <pc:cxnChg chg="add mod">
          <ac:chgData name="Gu, Yu (SEC)" userId="feaa0cae-f0c8-4132-9857-b8ca8c58b44b" providerId="ADAL" clId="{AE8D0E65-73CA-4118-A9C2-999EA160A2AA}" dt="2026-06-16T04:06:05.648" v="2405" actId="1038"/>
          <ac:cxnSpMkLst>
            <pc:docMk/>
            <pc:sldMk cId="203468365" sldId="259"/>
            <ac:cxnSpMk id="25" creationId="{2CED64A3-1925-FF3A-05CD-FD2BCA7D8DD3}"/>
          </ac:cxnSpMkLst>
        </pc:cxnChg>
        <pc:cxnChg chg="add mod">
          <ac:chgData name="Gu, Yu (SEC)" userId="feaa0cae-f0c8-4132-9857-b8ca8c58b44b" providerId="ADAL" clId="{AE8D0E65-73CA-4118-A9C2-999EA160A2AA}" dt="2026-06-16T04:01:37.696" v="2306" actId="14100"/>
          <ac:cxnSpMkLst>
            <pc:docMk/>
            <pc:sldMk cId="203468365" sldId="259"/>
            <ac:cxnSpMk id="26" creationId="{64B16EB5-C524-8100-1A66-78277A8E4D49}"/>
          </ac:cxnSpMkLst>
        </pc:cxnChg>
        <pc:cxnChg chg="add mod">
          <ac:chgData name="Gu, Yu (SEC)" userId="feaa0cae-f0c8-4132-9857-b8ca8c58b44b" providerId="ADAL" clId="{AE8D0E65-73CA-4118-A9C2-999EA160A2AA}" dt="2026-06-16T04:06:57.969" v="2414" actId="13822"/>
          <ac:cxnSpMkLst>
            <pc:docMk/>
            <pc:sldMk cId="203468365" sldId="259"/>
            <ac:cxnSpMk id="31" creationId="{DC9CC118-17E6-7FDD-9909-47070A92DFA0}"/>
          </ac:cxnSpMkLst>
        </pc:cxnChg>
        <pc:cxnChg chg="add mod">
          <ac:chgData name="Gu, Yu (SEC)" userId="feaa0cae-f0c8-4132-9857-b8ca8c58b44b" providerId="ADAL" clId="{AE8D0E65-73CA-4118-A9C2-999EA160A2AA}" dt="2026-06-16T04:11:49.512" v="3021" actId="14100"/>
          <ac:cxnSpMkLst>
            <pc:docMk/>
            <pc:sldMk cId="203468365" sldId="259"/>
            <ac:cxnSpMk id="38" creationId="{628BFCBB-3E7D-AB05-E644-A46A4BD50BE2}"/>
          </ac:cxnSpMkLst>
        </pc:cxnChg>
        <pc:cxnChg chg="add mod">
          <ac:chgData name="Gu, Yu (SEC)" userId="feaa0cae-f0c8-4132-9857-b8ca8c58b44b" providerId="ADAL" clId="{AE8D0E65-73CA-4118-A9C2-999EA160A2AA}" dt="2026-06-16T04:02:01.416" v="2312" actId="14100"/>
          <ac:cxnSpMkLst>
            <pc:docMk/>
            <pc:sldMk cId="203468365" sldId="259"/>
            <ac:cxnSpMk id="62" creationId="{5A4CD4F4-3A8A-D00E-2B12-5C10E692F99A}"/>
          </ac:cxnSpMkLst>
        </pc:cxnChg>
        <pc:cxnChg chg="add mod">
          <ac:chgData name="Gu, Yu (SEC)" userId="feaa0cae-f0c8-4132-9857-b8ca8c58b44b" providerId="ADAL" clId="{AE8D0E65-73CA-4118-A9C2-999EA160A2AA}" dt="2026-06-16T04:04:45.389" v="2380" actId="14100"/>
          <ac:cxnSpMkLst>
            <pc:docMk/>
            <pc:sldMk cId="203468365" sldId="259"/>
            <ac:cxnSpMk id="77" creationId="{B582D252-D2D8-74BF-673D-C9FF61B07214}"/>
          </ac:cxnSpMkLst>
        </pc:cxnChg>
        <pc:cxnChg chg="add mod">
          <ac:chgData name="Gu, Yu (SEC)" userId="feaa0cae-f0c8-4132-9857-b8ca8c58b44b" providerId="ADAL" clId="{AE8D0E65-73CA-4118-A9C2-999EA160A2AA}" dt="2026-06-16T04:05:10.725" v="2392" actId="14100"/>
          <ac:cxnSpMkLst>
            <pc:docMk/>
            <pc:sldMk cId="203468365" sldId="259"/>
            <ac:cxnSpMk id="79" creationId="{EADB0EA8-657C-625F-6C9D-01E01A4A0104}"/>
          </ac:cxnSpMkLst>
        </pc:cxnChg>
        <pc:cxnChg chg="add mod">
          <ac:chgData name="Gu, Yu (SEC)" userId="feaa0cae-f0c8-4132-9857-b8ca8c58b44b" providerId="ADAL" clId="{AE8D0E65-73CA-4118-A9C2-999EA160A2AA}" dt="2026-06-16T04:04:47.729" v="2381" actId="1038"/>
          <ac:cxnSpMkLst>
            <pc:docMk/>
            <pc:sldMk cId="203468365" sldId="259"/>
            <ac:cxnSpMk id="85" creationId="{AAC46088-2E41-8A4C-6EAB-F418BE46D467}"/>
          </ac:cxnSpMkLst>
        </pc:cxnChg>
        <pc:cxnChg chg="add mod">
          <ac:chgData name="Gu, Yu (SEC)" userId="feaa0cae-f0c8-4132-9857-b8ca8c58b44b" providerId="ADAL" clId="{AE8D0E65-73CA-4118-A9C2-999EA160A2AA}" dt="2026-06-16T04:04:53.163" v="2383" actId="1076"/>
          <ac:cxnSpMkLst>
            <pc:docMk/>
            <pc:sldMk cId="203468365" sldId="259"/>
            <ac:cxnSpMk id="87" creationId="{9C5A75E0-16C5-367A-6DD1-D1272DF6A8C8}"/>
          </ac:cxnSpMkLst>
        </pc:cxnChg>
        <pc:cxnChg chg="add mod">
          <ac:chgData name="Gu, Yu (SEC)" userId="feaa0cae-f0c8-4132-9857-b8ca8c58b44b" providerId="ADAL" clId="{AE8D0E65-73CA-4118-A9C2-999EA160A2AA}" dt="2026-06-16T04:04:59.833" v="2390" actId="1035"/>
          <ac:cxnSpMkLst>
            <pc:docMk/>
            <pc:sldMk cId="203468365" sldId="259"/>
            <ac:cxnSpMk id="88" creationId="{0AEAC717-6879-A3D3-EEB4-93DB9876131D}"/>
          </ac:cxnSpMkLst>
        </pc:cxnChg>
      </pc:sldChg>
      <pc:sldChg chg="addSp delSp modSp new mod">
        <pc:chgData name="Gu, Yu (SEC)" userId="feaa0cae-f0c8-4132-9857-b8ca8c58b44b" providerId="ADAL" clId="{AE8D0E65-73CA-4118-A9C2-999EA160A2AA}" dt="2026-06-16T04:23:25.330" v="3384" actId="1035"/>
        <pc:sldMkLst>
          <pc:docMk/>
          <pc:sldMk cId="246810384" sldId="260"/>
        </pc:sldMkLst>
        <pc:spChg chg="mod">
          <ac:chgData name="Gu, Yu (SEC)" userId="feaa0cae-f0c8-4132-9857-b8ca8c58b44b" providerId="ADAL" clId="{AE8D0E65-73CA-4118-A9C2-999EA160A2AA}" dt="2026-06-16T04:12:20.735" v="3032"/>
          <ac:spMkLst>
            <pc:docMk/>
            <pc:sldMk cId="246810384" sldId="260"/>
            <ac:spMk id="2" creationId="{6909791B-C2A3-45DA-BD5F-CAD2D03FFEC4}"/>
          </ac:spMkLst>
        </pc:spChg>
        <pc:spChg chg="mod">
          <ac:chgData name="Gu, Yu (SEC)" userId="feaa0cae-f0c8-4132-9857-b8ca8c58b44b" providerId="ADAL" clId="{AE8D0E65-73CA-4118-A9C2-999EA160A2AA}" dt="2026-06-16T04:23:06.199" v="3360"/>
          <ac:spMkLst>
            <pc:docMk/>
            <pc:sldMk cId="246810384" sldId="260"/>
            <ac:spMk id="3" creationId="{3E306479-D94F-34A2-2367-2DAF686BD61D}"/>
          </ac:spMkLst>
        </pc:spChg>
        <pc:spChg chg="add mod">
          <ac:chgData name="Gu, Yu (SEC)" userId="feaa0cae-f0c8-4132-9857-b8ca8c58b44b" providerId="ADAL" clId="{AE8D0E65-73CA-4118-A9C2-999EA160A2AA}" dt="2026-06-16T04:23:23.144" v="3382" actId="1035"/>
          <ac:spMkLst>
            <pc:docMk/>
            <pc:sldMk cId="246810384" sldId="260"/>
            <ac:spMk id="8" creationId="{98C2512C-0191-8DF1-083F-6D5C8E8AD406}"/>
          </ac:spMkLst>
        </pc:spChg>
        <pc:picChg chg="add mod modCrop">
          <ac:chgData name="Gu, Yu (SEC)" userId="feaa0cae-f0c8-4132-9857-b8ca8c58b44b" providerId="ADAL" clId="{AE8D0E65-73CA-4118-A9C2-999EA160A2AA}" dt="2026-06-16T04:23:20.259" v="3374" actId="1035"/>
          <ac:picMkLst>
            <pc:docMk/>
            <pc:sldMk cId="246810384" sldId="260"/>
            <ac:picMk id="4" creationId="{E0B8E4E3-C08E-A496-B8C1-8F783059D245}"/>
          </ac:picMkLst>
        </pc:picChg>
        <pc:picChg chg="add mod modCrop">
          <ac:chgData name="Gu, Yu (SEC)" userId="feaa0cae-f0c8-4132-9857-b8ca8c58b44b" providerId="ADAL" clId="{AE8D0E65-73CA-4118-A9C2-999EA160A2AA}" dt="2026-06-16T04:23:20.259" v="3374" actId="1035"/>
          <ac:picMkLst>
            <pc:docMk/>
            <pc:sldMk cId="246810384" sldId="260"/>
            <ac:picMk id="5" creationId="{B6655919-97F2-362D-9A40-0916FBB8F5DD}"/>
          </ac:picMkLst>
        </pc:picChg>
        <pc:picChg chg="add mod">
          <ac:chgData name="Gu, Yu (SEC)" userId="feaa0cae-f0c8-4132-9857-b8ca8c58b44b" providerId="ADAL" clId="{AE8D0E65-73CA-4118-A9C2-999EA160A2AA}" dt="2026-06-16T04:18:32.390" v="3243" actId="14100"/>
          <ac:picMkLst>
            <pc:docMk/>
            <pc:sldMk cId="246810384" sldId="260"/>
            <ac:picMk id="7" creationId="{8414694A-FDFF-02FC-412F-D525606041F7}"/>
          </ac:picMkLst>
        </pc:picChg>
        <pc:picChg chg="add mod">
          <ac:chgData name="Gu, Yu (SEC)" userId="feaa0cae-f0c8-4132-9857-b8ca8c58b44b" providerId="ADAL" clId="{AE8D0E65-73CA-4118-A9C2-999EA160A2AA}" dt="2026-06-16T04:23:25.330" v="3384" actId="1035"/>
          <ac:picMkLst>
            <pc:docMk/>
            <pc:sldMk cId="246810384" sldId="260"/>
            <ac:picMk id="12" creationId="{995C9A39-C7FE-855F-DE81-A71CBD1B26FF}"/>
          </ac:picMkLst>
        </pc:picChg>
      </pc:sldChg>
      <pc:sldChg chg="addSp modSp new mod">
        <pc:chgData name="Gu, Yu (SEC)" userId="feaa0cae-f0c8-4132-9857-b8ca8c58b44b" providerId="ADAL" clId="{AE8D0E65-73CA-4118-A9C2-999EA160A2AA}" dt="2026-06-16T05:26:36.425" v="5328" actId="20577"/>
        <pc:sldMkLst>
          <pc:docMk/>
          <pc:sldMk cId="4253905720" sldId="261"/>
        </pc:sldMkLst>
        <pc:spChg chg="mod">
          <ac:chgData name="Gu, Yu (SEC)" userId="feaa0cae-f0c8-4132-9857-b8ca8c58b44b" providerId="ADAL" clId="{AE8D0E65-73CA-4118-A9C2-999EA160A2AA}" dt="2026-06-16T04:23:51.352" v="3400"/>
          <ac:spMkLst>
            <pc:docMk/>
            <pc:sldMk cId="4253905720" sldId="261"/>
            <ac:spMk id="2" creationId="{ADE0452D-CD71-93E4-0EAB-8728979C32AB}"/>
          </ac:spMkLst>
        </pc:spChg>
        <pc:spChg chg="mod">
          <ac:chgData name="Gu, Yu (SEC)" userId="feaa0cae-f0c8-4132-9857-b8ca8c58b44b" providerId="ADAL" clId="{AE8D0E65-73CA-4118-A9C2-999EA160A2AA}" dt="2026-06-16T05:26:36.425" v="5328" actId="20577"/>
          <ac:spMkLst>
            <pc:docMk/>
            <pc:sldMk cId="4253905720" sldId="261"/>
            <ac:spMk id="3" creationId="{9D121A92-B199-7634-1809-7DDD1B40BFA6}"/>
          </ac:spMkLst>
        </pc:spChg>
        <pc:spChg chg="add mod">
          <ac:chgData name="Gu, Yu (SEC)" userId="feaa0cae-f0c8-4132-9857-b8ca8c58b44b" providerId="ADAL" clId="{AE8D0E65-73CA-4118-A9C2-999EA160A2AA}" dt="2026-06-16T05:21:15.862" v="4912" actId="20577"/>
          <ac:spMkLst>
            <pc:docMk/>
            <pc:sldMk cId="4253905720" sldId="261"/>
            <ac:spMk id="5" creationId="{26881BF9-9E20-E35F-821F-0332F60D4869}"/>
          </ac:spMkLst>
        </pc:spChg>
      </pc:sldChg>
      <pc:sldChg chg="addSp delSp modSp new del mod">
        <pc:chgData name="Gu, Yu (SEC)" userId="feaa0cae-f0c8-4132-9857-b8ca8c58b44b" providerId="ADAL" clId="{AE8D0E65-73CA-4118-A9C2-999EA160A2AA}" dt="2026-06-18T04:18:27.219" v="5920" actId="47"/>
        <pc:sldMkLst>
          <pc:docMk/>
          <pc:sldMk cId="1577993397" sldId="262"/>
        </pc:sldMkLst>
      </pc:sldChg>
    </pc:docChg>
  </pc:docChgLst>
  <pc:docChgLst>
    <pc:chgData name="Gu, Yu (SEC)" userId="feaa0cae-f0c8-4132-9857-b8ca8c58b44b" providerId="ADAL" clId="{1300CA6F-E753-4247-83A6-B06885AB2FD9}"/>
    <pc:docChg chg="undo custSel modSld">
      <pc:chgData name="Gu, Yu (SEC)" userId="feaa0cae-f0c8-4132-9857-b8ca8c58b44b" providerId="ADAL" clId="{1300CA6F-E753-4247-83A6-B06885AB2FD9}" dt="2026-06-17T06:09:55.986" v="642"/>
      <pc:docMkLst>
        <pc:docMk/>
      </pc:docMkLst>
      <pc:sldChg chg="addSp delSp modSp mod">
        <pc:chgData name="Gu, Yu (SEC)" userId="feaa0cae-f0c8-4132-9857-b8ca8c58b44b" providerId="ADAL" clId="{1300CA6F-E753-4247-83A6-B06885AB2FD9}" dt="2026-06-17T02:01:12.088" v="298" actId="114"/>
        <pc:sldMkLst>
          <pc:docMk/>
          <pc:sldMk cId="2744743570" sldId="257"/>
        </pc:sldMkLst>
        <pc:spChg chg="add mod">
          <ac:chgData name="Gu, Yu (SEC)" userId="feaa0cae-f0c8-4132-9857-b8ca8c58b44b" providerId="ADAL" clId="{1300CA6F-E753-4247-83A6-B06885AB2FD9}" dt="2026-06-17T02:01:12.088" v="298" actId="114"/>
          <ac:spMkLst>
            <pc:docMk/>
            <pc:sldMk cId="2744743570" sldId="257"/>
            <ac:spMk id="8" creationId="{C31AF840-1433-8372-0AF0-6816739F2740}"/>
          </ac:spMkLst>
        </pc:spChg>
        <pc:spChg chg="add mod">
          <ac:chgData name="Gu, Yu (SEC)" userId="feaa0cae-f0c8-4132-9857-b8ca8c58b44b" providerId="ADAL" clId="{1300CA6F-E753-4247-83A6-B06885AB2FD9}" dt="2026-06-17T02:00:53.740" v="294" actId="20577"/>
          <ac:spMkLst>
            <pc:docMk/>
            <pc:sldMk cId="2744743570" sldId="257"/>
            <ac:spMk id="25" creationId="{DC878E40-68D8-0FA9-664F-0E1C22F2BD69}"/>
          </ac:spMkLst>
        </pc:spChg>
        <pc:spChg chg="mod">
          <ac:chgData name="Gu, Yu (SEC)" userId="feaa0cae-f0c8-4132-9857-b8ca8c58b44b" providerId="ADAL" clId="{1300CA6F-E753-4247-83A6-B06885AB2FD9}" dt="2026-06-17T01:57:48.936" v="200" actId="20577"/>
          <ac:spMkLst>
            <pc:docMk/>
            <pc:sldMk cId="2744743570" sldId="257"/>
            <ac:spMk id="66" creationId="{7C818A08-3C1B-7284-EDA4-D07B0E07C298}"/>
          </ac:spMkLst>
        </pc:spChg>
        <pc:spChg chg="mod">
          <ac:chgData name="Gu, Yu (SEC)" userId="feaa0cae-f0c8-4132-9857-b8ca8c58b44b" providerId="ADAL" clId="{1300CA6F-E753-4247-83A6-B06885AB2FD9}" dt="2026-06-17T01:57:15.594" v="185" actId="1076"/>
          <ac:spMkLst>
            <pc:docMk/>
            <pc:sldMk cId="2744743570" sldId="257"/>
            <ac:spMk id="69" creationId="{CA779BA7-C2CE-7A34-3190-E923FDDFA41F}"/>
          </ac:spMkLst>
        </pc:spChg>
        <pc:spChg chg="mod">
          <ac:chgData name="Gu, Yu (SEC)" userId="feaa0cae-f0c8-4132-9857-b8ca8c58b44b" providerId="ADAL" clId="{1300CA6F-E753-4247-83A6-B06885AB2FD9}" dt="2026-06-17T01:57:19.473" v="186" actId="1076"/>
          <ac:spMkLst>
            <pc:docMk/>
            <pc:sldMk cId="2744743570" sldId="257"/>
            <ac:spMk id="85" creationId="{07106F76-BAA2-584E-DB8F-80FFEDAB22C1}"/>
          </ac:spMkLst>
        </pc:spChg>
        <pc:spChg chg="del">
          <ac:chgData name="Gu, Yu (SEC)" userId="feaa0cae-f0c8-4132-9857-b8ca8c58b44b" providerId="ADAL" clId="{1300CA6F-E753-4247-83A6-B06885AB2FD9}" dt="2026-06-17T01:57:59.638" v="201" actId="478"/>
          <ac:spMkLst>
            <pc:docMk/>
            <pc:sldMk cId="2744743570" sldId="257"/>
            <ac:spMk id="90" creationId="{E71EBB3C-050A-51AF-E830-CCCAE061A621}"/>
          </ac:spMkLst>
        </pc:spChg>
        <pc:picChg chg="add mod">
          <ac:chgData name="Gu, Yu (SEC)" userId="feaa0cae-f0c8-4132-9857-b8ca8c58b44b" providerId="ADAL" clId="{1300CA6F-E753-4247-83A6-B06885AB2FD9}" dt="2026-06-17T02:01:05.991" v="296" actId="1076"/>
          <ac:picMkLst>
            <pc:docMk/>
            <pc:sldMk cId="2744743570" sldId="257"/>
            <ac:picMk id="19" creationId="{15869190-AC91-8077-3A07-24D91349E501}"/>
          </ac:picMkLst>
        </pc:picChg>
        <pc:cxnChg chg="mod">
          <ac:chgData name="Gu, Yu (SEC)" userId="feaa0cae-f0c8-4132-9857-b8ca8c58b44b" providerId="ADAL" clId="{1300CA6F-E753-4247-83A6-B06885AB2FD9}" dt="2026-06-17T01:57:15.594" v="185" actId="1076"/>
          <ac:cxnSpMkLst>
            <pc:docMk/>
            <pc:sldMk cId="2744743570" sldId="257"/>
            <ac:cxnSpMk id="70" creationId="{B165D5DA-B9A4-9AB6-77F9-C2CFAF1C41EE}"/>
          </ac:cxnSpMkLst>
        </pc:cxnChg>
        <pc:cxnChg chg="mod">
          <ac:chgData name="Gu, Yu (SEC)" userId="feaa0cae-f0c8-4132-9857-b8ca8c58b44b" providerId="ADAL" clId="{1300CA6F-E753-4247-83A6-B06885AB2FD9}" dt="2026-06-17T01:57:23.648" v="187" actId="14100"/>
          <ac:cxnSpMkLst>
            <pc:docMk/>
            <pc:sldMk cId="2744743570" sldId="257"/>
            <ac:cxnSpMk id="86" creationId="{9EA19ACB-DE13-C30A-EF4C-9D29B1A40854}"/>
          </ac:cxnSpMkLst>
        </pc:cxnChg>
      </pc:sldChg>
      <pc:sldChg chg="modSp mod">
        <pc:chgData name="Gu, Yu (SEC)" userId="feaa0cae-f0c8-4132-9857-b8ca8c58b44b" providerId="ADAL" clId="{1300CA6F-E753-4247-83A6-B06885AB2FD9}" dt="2026-06-17T06:09:55.986" v="642"/>
        <pc:sldMkLst>
          <pc:docMk/>
          <pc:sldMk cId="1218919986" sldId="258"/>
        </pc:sldMkLst>
        <pc:spChg chg="mod">
          <ac:chgData name="Gu, Yu (SEC)" userId="feaa0cae-f0c8-4132-9857-b8ca8c58b44b" providerId="ADAL" clId="{1300CA6F-E753-4247-83A6-B06885AB2FD9}" dt="2026-06-17T06:09:55.986" v="642"/>
          <ac:spMkLst>
            <pc:docMk/>
            <pc:sldMk cId="1218919986" sldId="258"/>
            <ac:spMk id="2" creationId="{353F9D61-449A-54EB-A33D-38193277577D}"/>
          </ac:spMkLst>
        </pc:spChg>
      </pc:sldChg>
      <pc:sldChg chg="addSp delSp modSp mod">
        <pc:chgData name="Gu, Yu (SEC)" userId="feaa0cae-f0c8-4132-9857-b8ca8c58b44b" providerId="ADAL" clId="{1300CA6F-E753-4247-83A6-B06885AB2FD9}" dt="2026-06-17T02:21:47.570" v="518" actId="1076"/>
        <pc:sldMkLst>
          <pc:docMk/>
          <pc:sldMk cId="4253905720" sldId="261"/>
        </pc:sldMkLst>
        <pc:spChg chg="mod">
          <ac:chgData name="Gu, Yu (SEC)" userId="feaa0cae-f0c8-4132-9857-b8ca8c58b44b" providerId="ADAL" clId="{1300CA6F-E753-4247-83A6-B06885AB2FD9}" dt="2026-06-17T02:01:28.456" v="317"/>
          <ac:spMkLst>
            <pc:docMk/>
            <pc:sldMk cId="4253905720" sldId="261"/>
            <ac:spMk id="2" creationId="{ADE0452D-CD71-93E4-0EAB-8728979C32AB}"/>
          </ac:spMkLst>
        </pc:spChg>
        <pc:spChg chg="mod">
          <ac:chgData name="Gu, Yu (SEC)" userId="feaa0cae-f0c8-4132-9857-b8ca8c58b44b" providerId="ADAL" clId="{1300CA6F-E753-4247-83A6-B06885AB2FD9}" dt="2026-06-17T02:03:55.547" v="427"/>
          <ac:spMkLst>
            <pc:docMk/>
            <pc:sldMk cId="4253905720" sldId="261"/>
            <ac:spMk id="3" creationId="{9D121A92-B199-7634-1809-7DDD1B40BFA6}"/>
          </ac:spMkLst>
        </pc:spChg>
        <pc:spChg chg="add mod">
          <ac:chgData name="Gu, Yu (SEC)" userId="feaa0cae-f0c8-4132-9857-b8ca8c58b44b" providerId="ADAL" clId="{1300CA6F-E753-4247-83A6-B06885AB2FD9}" dt="2026-06-17T02:01:18.743" v="299"/>
          <ac:spMkLst>
            <pc:docMk/>
            <pc:sldMk cId="4253905720" sldId="261"/>
            <ac:spMk id="4" creationId="{EC058AB4-2227-790C-39EF-B2946D11AA21}"/>
          </ac:spMkLst>
        </pc:spChg>
        <pc:spChg chg="mod">
          <ac:chgData name="Gu, Yu (SEC)" userId="feaa0cae-f0c8-4132-9857-b8ca8c58b44b" providerId="ADAL" clId="{1300CA6F-E753-4247-83A6-B06885AB2FD9}" dt="2026-06-17T02:21:32.836" v="515" actId="114"/>
          <ac:spMkLst>
            <pc:docMk/>
            <pc:sldMk cId="4253905720" sldId="261"/>
            <ac:spMk id="5" creationId="{26881BF9-9E20-E35F-821F-0332F60D4869}"/>
          </ac:spMkLst>
        </pc:spChg>
        <pc:spChg chg="add mod">
          <ac:chgData name="Gu, Yu (SEC)" userId="feaa0cae-f0c8-4132-9857-b8ca8c58b44b" providerId="ADAL" clId="{1300CA6F-E753-4247-83A6-B06885AB2FD9}" dt="2026-06-17T02:21:47.570" v="518" actId="1076"/>
          <ac:spMkLst>
            <pc:docMk/>
            <pc:sldMk cId="4253905720" sldId="261"/>
            <ac:spMk id="6" creationId="{4F834206-2473-1771-9F13-FBC56543A670}"/>
          </ac:spMkLst>
        </pc:spChg>
        <pc:spChg chg="add del mod">
          <ac:chgData name="Gu, Yu (SEC)" userId="feaa0cae-f0c8-4132-9857-b8ca8c58b44b" providerId="ADAL" clId="{1300CA6F-E753-4247-83A6-B06885AB2FD9}" dt="2026-06-17T02:21:40.870" v="516" actId="478"/>
          <ac:spMkLst>
            <pc:docMk/>
            <pc:sldMk cId="4253905720" sldId="261"/>
            <ac:spMk id="7" creationId="{214BE8CE-A59C-BEDA-B1B6-E781E9BE09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3BC32-BB61-4CEF-8A05-EAA8DAEB493B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AC5F5-27B5-4F99-B572-02ABD5BFE6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20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>
            <a:normAutofit/>
          </a:bodyPr>
          <a:lstStyle>
            <a:lvl1pPr>
              <a:defRPr sz="6133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983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2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64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28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08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5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13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74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kumimoji="1" lang="en-US" altLang="ja-JP"/>
              <a:t>Click icon to add picture</a:t>
            </a:r>
            <a:endParaRPr kumimoji="1"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38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53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0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41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762001"/>
            <a:ext cx="10972800" cy="5364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3D68D-8686-4BFF-A456-4C3D63129188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24664B-1146-46DD-96E8-CC138F4A26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1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spcBef>
          <a:spcPct val="0"/>
        </a:spcBef>
        <a:buNone/>
        <a:defRPr kumimoji="1" sz="2667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roborol/Agile-Team-Promts/tree/main" TargetMode="External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78BC5-2C12-0260-8007-C89CBBB3AF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</a:t>
            </a:r>
            <a:r>
              <a:rPr lang="ja-JP" altLang="en-US" dirty="0"/>
              <a:t>の</a:t>
            </a:r>
            <a:r>
              <a:rPr lang="en-US" altLang="ja-JP" dirty="0"/>
              <a:t>Agile</a:t>
            </a:r>
            <a:r>
              <a:rPr lang="ja-JP" altLang="en-US" dirty="0"/>
              <a:t>チームを作ってみた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2CD3-EA12-73A3-745E-A31F708978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alroborol</a:t>
            </a:r>
            <a:r>
              <a:rPr lang="en-US" dirty="0"/>
              <a:t>@gmail.com</a:t>
            </a:r>
          </a:p>
        </p:txBody>
      </p:sp>
    </p:spTree>
    <p:extLst>
      <p:ext uri="{BB962C8B-B14F-4D97-AF65-F5344CB8AC3E}">
        <p14:creationId xmlns:p14="http://schemas.microsoft.com/office/powerpoint/2010/main" val="1989936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AC71-82C2-5328-F6C1-66FB0B85D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背景：</a:t>
            </a:r>
            <a:r>
              <a:rPr lang="en-US" dirty="0"/>
              <a:t>AI</a:t>
            </a:r>
            <a:r>
              <a:rPr lang="ja-JP" altLang="en-US" dirty="0"/>
              <a:t>時代に</a:t>
            </a:r>
            <a:r>
              <a:rPr lang="en-US" altLang="ja-JP" dirty="0"/>
              <a:t>Agile</a:t>
            </a:r>
            <a:r>
              <a:rPr lang="ja-JP" altLang="en-US" dirty="0"/>
              <a:t>がどう変わる</a:t>
            </a:r>
            <a:endParaRPr lang="en-US" dirty="0"/>
          </a:p>
        </p:txBody>
      </p:sp>
      <p:pic>
        <p:nvPicPr>
          <p:cNvPr id="5" name="Content Placeholder 4" descr="Programmer male with solid fill">
            <a:extLst>
              <a:ext uri="{FF2B5EF4-FFF2-40B4-BE49-F238E27FC236}">
                <a16:creationId xmlns:a16="http://schemas.microsoft.com/office/drawing/2014/main" id="{3D12ABE9-92A1-93E7-85F3-60DD45A9A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0632" y="2567370"/>
            <a:ext cx="636600" cy="636600"/>
          </a:xfrm>
        </p:spPr>
      </p:pic>
      <p:pic>
        <p:nvPicPr>
          <p:cNvPr id="9" name="Graphic 8" descr="Robot with solid fill">
            <a:extLst>
              <a:ext uri="{FF2B5EF4-FFF2-40B4-BE49-F238E27FC236}">
                <a16:creationId xmlns:a16="http://schemas.microsoft.com/office/drawing/2014/main" id="{4BA74F47-DC0A-9980-94BA-88101DB7C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8672" y="3755837"/>
            <a:ext cx="595952" cy="595952"/>
          </a:xfrm>
          <a:prstGeom prst="rect">
            <a:avLst/>
          </a:prstGeom>
        </p:spPr>
      </p:pic>
      <p:pic>
        <p:nvPicPr>
          <p:cNvPr id="10" name="Content Placeholder 4" descr="Programmer male with solid fill">
            <a:extLst>
              <a:ext uri="{FF2B5EF4-FFF2-40B4-BE49-F238E27FC236}">
                <a16:creationId xmlns:a16="http://schemas.microsoft.com/office/drawing/2014/main" id="{7439DCCB-60E1-9A49-C83C-38301BB32C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18636" y="2555408"/>
            <a:ext cx="636600" cy="636600"/>
          </a:xfrm>
          <a:prstGeom prst="rect">
            <a:avLst/>
          </a:prstGeom>
        </p:spPr>
      </p:pic>
      <p:pic>
        <p:nvPicPr>
          <p:cNvPr id="11" name="Content Placeholder 4" descr="Programmer male with solid fill">
            <a:extLst>
              <a:ext uri="{FF2B5EF4-FFF2-40B4-BE49-F238E27FC236}">
                <a16:creationId xmlns:a16="http://schemas.microsoft.com/office/drawing/2014/main" id="{35A4D521-B02B-0B11-59CA-040B55C8A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36692" y="1324993"/>
            <a:ext cx="636600" cy="636600"/>
          </a:xfrm>
          <a:prstGeom prst="rect">
            <a:avLst/>
          </a:prstGeom>
        </p:spPr>
      </p:pic>
      <p:pic>
        <p:nvPicPr>
          <p:cNvPr id="12" name="Content Placeholder 4" descr="Programmer male with solid fill">
            <a:extLst>
              <a:ext uri="{FF2B5EF4-FFF2-40B4-BE49-F238E27FC236}">
                <a16:creationId xmlns:a16="http://schemas.microsoft.com/office/drawing/2014/main" id="{EC99A61E-47E4-162F-770B-4D207439DC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29311" y="2567370"/>
            <a:ext cx="636600" cy="636600"/>
          </a:xfrm>
          <a:prstGeom prst="rect">
            <a:avLst/>
          </a:prstGeom>
        </p:spPr>
      </p:pic>
      <p:pic>
        <p:nvPicPr>
          <p:cNvPr id="13" name="Content Placeholder 4" descr="Programmer male with solid fill">
            <a:extLst>
              <a:ext uri="{FF2B5EF4-FFF2-40B4-BE49-F238E27FC236}">
                <a16:creationId xmlns:a16="http://schemas.microsoft.com/office/drawing/2014/main" id="{9C9CD077-3FEF-3454-ED55-58AB5E00D0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42250" y="1399078"/>
            <a:ext cx="636600" cy="636600"/>
          </a:xfrm>
          <a:prstGeom prst="rect">
            <a:avLst/>
          </a:prstGeom>
        </p:spPr>
      </p:pic>
      <p:pic>
        <p:nvPicPr>
          <p:cNvPr id="15" name="Graphic 14" descr="Robot with solid fill">
            <a:extLst>
              <a:ext uri="{FF2B5EF4-FFF2-40B4-BE49-F238E27FC236}">
                <a16:creationId xmlns:a16="http://schemas.microsoft.com/office/drawing/2014/main" id="{3F2FEB50-81DD-B52A-DF4C-C12CA4DE0E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0046" y="3749427"/>
            <a:ext cx="595952" cy="595952"/>
          </a:xfrm>
          <a:prstGeom prst="rect">
            <a:avLst/>
          </a:prstGeom>
        </p:spPr>
      </p:pic>
      <p:pic>
        <p:nvPicPr>
          <p:cNvPr id="16" name="Graphic 15" descr="Robot with solid fill">
            <a:extLst>
              <a:ext uri="{FF2B5EF4-FFF2-40B4-BE49-F238E27FC236}">
                <a16:creationId xmlns:a16="http://schemas.microsoft.com/office/drawing/2014/main" id="{54C40EF2-FC27-DE9C-6496-7406B73396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11137" y="3755837"/>
            <a:ext cx="595952" cy="595952"/>
          </a:xfrm>
          <a:prstGeom prst="rect">
            <a:avLst/>
          </a:prstGeom>
        </p:spPr>
      </p:pic>
      <p:pic>
        <p:nvPicPr>
          <p:cNvPr id="17" name="Graphic 16" descr="Robot with solid fill">
            <a:extLst>
              <a:ext uri="{FF2B5EF4-FFF2-40B4-BE49-F238E27FC236}">
                <a16:creationId xmlns:a16="http://schemas.microsoft.com/office/drawing/2014/main" id="{EF9453B0-E84A-BAD5-1C9C-A6D0181035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2228" y="3761266"/>
            <a:ext cx="595952" cy="595952"/>
          </a:xfrm>
          <a:prstGeom prst="rect">
            <a:avLst/>
          </a:prstGeom>
        </p:spPr>
      </p:pic>
      <p:pic>
        <p:nvPicPr>
          <p:cNvPr id="18" name="Graphic 17" descr="Robot with solid fill">
            <a:extLst>
              <a:ext uri="{FF2B5EF4-FFF2-40B4-BE49-F238E27FC236}">
                <a16:creationId xmlns:a16="http://schemas.microsoft.com/office/drawing/2014/main" id="{B47DC25A-B35C-58B7-6B7A-9EF6222F0F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71389" y="3761079"/>
            <a:ext cx="595952" cy="5959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E229168-7A15-5ADB-0E43-215E474ECC2B}"/>
              </a:ext>
            </a:extLst>
          </p:cNvPr>
          <p:cNvSpPr txBox="1"/>
          <p:nvPr/>
        </p:nvSpPr>
        <p:spPr>
          <a:xfrm>
            <a:off x="1326478" y="3171998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PO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EAA370-084B-835D-BD60-B3B264F0202A}"/>
              </a:ext>
            </a:extLst>
          </p:cNvPr>
          <p:cNvSpPr txBox="1"/>
          <p:nvPr/>
        </p:nvSpPr>
        <p:spPr>
          <a:xfrm>
            <a:off x="2036554" y="3143103"/>
            <a:ext cx="60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SWE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629CB-EB97-D682-B163-AF6ED20C5E43}"/>
              </a:ext>
            </a:extLst>
          </p:cNvPr>
          <p:cNvSpPr txBox="1"/>
          <p:nvPr/>
        </p:nvSpPr>
        <p:spPr>
          <a:xfrm>
            <a:off x="4304292" y="3157045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QA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148F80-D613-3575-8BE3-8E711F29A067}"/>
              </a:ext>
            </a:extLst>
          </p:cNvPr>
          <p:cNvSpPr txBox="1"/>
          <p:nvPr/>
        </p:nvSpPr>
        <p:spPr>
          <a:xfrm>
            <a:off x="2308762" y="1930612"/>
            <a:ext cx="1492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Scrum Master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6971F0-951C-0357-D640-34D4A91FCC28}"/>
              </a:ext>
            </a:extLst>
          </p:cNvPr>
          <p:cNvSpPr txBox="1"/>
          <p:nvPr/>
        </p:nvSpPr>
        <p:spPr>
          <a:xfrm>
            <a:off x="7914320" y="1930612"/>
            <a:ext cx="1492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Scrum Master</a:t>
            </a:r>
          </a:p>
        </p:txBody>
      </p:sp>
      <p:pic>
        <p:nvPicPr>
          <p:cNvPr id="27" name="Content Placeholder 4" descr="Programmer male with solid fill">
            <a:extLst>
              <a:ext uri="{FF2B5EF4-FFF2-40B4-BE49-F238E27FC236}">
                <a16:creationId xmlns:a16="http://schemas.microsoft.com/office/drawing/2014/main" id="{306B0F8E-2E6A-0260-D3CA-E4F865A48A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42727" y="2553428"/>
            <a:ext cx="636600" cy="6366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73728D2-4366-037A-222D-D732AE4FC1BD}"/>
              </a:ext>
            </a:extLst>
          </p:cNvPr>
          <p:cNvSpPr txBox="1"/>
          <p:nvPr/>
        </p:nvSpPr>
        <p:spPr>
          <a:xfrm>
            <a:off x="2760645" y="3141123"/>
            <a:ext cx="60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SWE</a:t>
            </a:r>
            <a:endParaRPr lang="en-US" dirty="0"/>
          </a:p>
        </p:txBody>
      </p:sp>
      <p:pic>
        <p:nvPicPr>
          <p:cNvPr id="29" name="Content Placeholder 4" descr="Programmer male with solid fill">
            <a:extLst>
              <a:ext uri="{FF2B5EF4-FFF2-40B4-BE49-F238E27FC236}">
                <a16:creationId xmlns:a16="http://schemas.microsoft.com/office/drawing/2014/main" id="{CC883751-14BF-BBA4-E299-B3F409DBF0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1106" y="2572341"/>
            <a:ext cx="636600" cy="6366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8243864-EDBF-75DA-DF66-5547636972BE}"/>
              </a:ext>
            </a:extLst>
          </p:cNvPr>
          <p:cNvSpPr txBox="1"/>
          <p:nvPr/>
        </p:nvSpPr>
        <p:spPr>
          <a:xfrm>
            <a:off x="3419024" y="3160036"/>
            <a:ext cx="60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SWE</a:t>
            </a:r>
            <a:endParaRPr lang="en-US" dirty="0"/>
          </a:p>
        </p:txBody>
      </p:sp>
      <p:pic>
        <p:nvPicPr>
          <p:cNvPr id="31" name="Content Placeholder 4" descr="Programmer male with solid fill">
            <a:extLst>
              <a:ext uri="{FF2B5EF4-FFF2-40B4-BE49-F238E27FC236}">
                <a16:creationId xmlns:a16="http://schemas.microsoft.com/office/drawing/2014/main" id="{FA553D50-C3DC-F2D5-59A0-81D4BD5BC8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98846" y="2575888"/>
            <a:ext cx="636600" cy="636600"/>
          </a:xfrm>
          <a:prstGeom prst="rect">
            <a:avLst/>
          </a:prstGeom>
        </p:spPr>
      </p:pic>
      <p:pic>
        <p:nvPicPr>
          <p:cNvPr id="33" name="Content Placeholder 4" descr="Programmer male with solid fill">
            <a:extLst>
              <a:ext uri="{FF2B5EF4-FFF2-40B4-BE49-F238E27FC236}">
                <a16:creationId xmlns:a16="http://schemas.microsoft.com/office/drawing/2014/main" id="{7597FE44-1295-93C0-3B9E-4A98FAECDF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70644" y="2579756"/>
            <a:ext cx="636600" cy="6366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D7B6A98-D90E-8AF1-6CB4-FF6B0DA24E2D}"/>
              </a:ext>
            </a:extLst>
          </p:cNvPr>
          <p:cNvSpPr txBox="1"/>
          <p:nvPr/>
        </p:nvSpPr>
        <p:spPr>
          <a:xfrm>
            <a:off x="7710523" y="3191763"/>
            <a:ext cx="966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PO/SWE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4950C9-28DA-1C13-C226-2178C2A6DF2C}"/>
              </a:ext>
            </a:extLst>
          </p:cNvPr>
          <p:cNvSpPr txBox="1"/>
          <p:nvPr/>
        </p:nvSpPr>
        <p:spPr>
          <a:xfrm>
            <a:off x="8845625" y="3169431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QA</a:t>
            </a:r>
            <a:endParaRPr lang="en-US" dirty="0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93EF79CB-2569-E622-04A2-B1AB0BB1A6BA}"/>
              </a:ext>
            </a:extLst>
          </p:cNvPr>
          <p:cNvSpPr/>
          <p:nvPr/>
        </p:nvSpPr>
        <p:spPr>
          <a:xfrm>
            <a:off x="1878121" y="2796094"/>
            <a:ext cx="177421" cy="33197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0866DE59-54E4-56F8-35B6-1CD776940A86}"/>
              </a:ext>
            </a:extLst>
          </p:cNvPr>
          <p:cNvSpPr/>
          <p:nvPr/>
        </p:nvSpPr>
        <p:spPr>
          <a:xfrm>
            <a:off x="4049320" y="2802728"/>
            <a:ext cx="177421" cy="33197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7D4EB316-16CA-1D04-1771-72C6650D695D}"/>
              </a:ext>
            </a:extLst>
          </p:cNvPr>
          <p:cNvCxnSpPr>
            <a:stCxn id="23" idx="2"/>
            <a:endCxn id="5" idx="0"/>
          </p:cNvCxnSpPr>
          <p:nvPr/>
        </p:nvCxnSpPr>
        <p:spPr>
          <a:xfrm rot="5400000">
            <a:off x="2168249" y="1680627"/>
            <a:ext cx="267426" cy="15060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F36B4AFE-8D00-8DCD-F6DF-FE8B24570D9D}"/>
              </a:ext>
            </a:extLst>
          </p:cNvPr>
          <p:cNvCxnSpPr>
            <a:cxnSpLocks/>
            <a:stCxn id="23" idx="2"/>
            <a:endCxn id="10" idx="0"/>
          </p:cNvCxnSpPr>
          <p:nvPr/>
        </p:nvCxnSpPr>
        <p:spPr>
          <a:xfrm rot="5400000">
            <a:off x="2568232" y="2068648"/>
            <a:ext cx="255464" cy="7180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82A97A3C-1F43-708E-D107-B9EDF29F5F68}"/>
              </a:ext>
            </a:extLst>
          </p:cNvPr>
          <p:cNvCxnSpPr>
            <a:cxnSpLocks/>
            <a:stCxn id="23" idx="2"/>
            <a:endCxn id="27" idx="0"/>
          </p:cNvCxnSpPr>
          <p:nvPr/>
        </p:nvCxnSpPr>
        <p:spPr>
          <a:xfrm rot="16200000" flipH="1">
            <a:off x="2931267" y="2423668"/>
            <a:ext cx="253484" cy="603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8146403D-1FF5-9919-2F53-B1005962E3F8}"/>
              </a:ext>
            </a:extLst>
          </p:cNvPr>
          <p:cNvCxnSpPr>
            <a:cxnSpLocks/>
            <a:stCxn id="23" idx="2"/>
            <a:endCxn id="29" idx="0"/>
          </p:cNvCxnSpPr>
          <p:nvPr/>
        </p:nvCxnSpPr>
        <p:spPr>
          <a:xfrm rot="16200000" flipH="1">
            <a:off x="3251001" y="2103935"/>
            <a:ext cx="272397" cy="6644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C849F307-642D-C7D2-2C52-4100CF6E16BC}"/>
              </a:ext>
            </a:extLst>
          </p:cNvPr>
          <p:cNvCxnSpPr>
            <a:cxnSpLocks/>
            <a:stCxn id="23" idx="2"/>
            <a:endCxn id="12" idx="0"/>
          </p:cNvCxnSpPr>
          <p:nvPr/>
        </p:nvCxnSpPr>
        <p:spPr>
          <a:xfrm rot="16200000" flipH="1">
            <a:off x="3667588" y="1687347"/>
            <a:ext cx="267426" cy="149261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B8BB62F-1A81-88A2-75F6-A3AB19C83C8A}"/>
              </a:ext>
            </a:extLst>
          </p:cNvPr>
          <p:cNvCxnSpPr>
            <a:stCxn id="24" idx="2"/>
            <a:endCxn id="31" idx="0"/>
          </p:cNvCxnSpPr>
          <p:nvPr/>
        </p:nvCxnSpPr>
        <p:spPr>
          <a:xfrm rot="5400000">
            <a:off x="8300876" y="2216214"/>
            <a:ext cx="275944" cy="4434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0EEE35D5-8B06-1EAF-F133-95AF80E6CFBE}"/>
              </a:ext>
            </a:extLst>
          </p:cNvPr>
          <p:cNvCxnSpPr>
            <a:cxnSpLocks/>
            <a:stCxn id="24" idx="2"/>
            <a:endCxn id="33" idx="0"/>
          </p:cNvCxnSpPr>
          <p:nvPr/>
        </p:nvCxnSpPr>
        <p:spPr>
          <a:xfrm rot="16200000" flipH="1">
            <a:off x="8734841" y="2225653"/>
            <a:ext cx="279812" cy="4283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Arrow: Down 63">
            <a:extLst>
              <a:ext uri="{FF2B5EF4-FFF2-40B4-BE49-F238E27FC236}">
                <a16:creationId xmlns:a16="http://schemas.microsoft.com/office/drawing/2014/main" id="{3DC695B1-C9B9-D02C-276A-7E418BB7DF1B}"/>
              </a:ext>
            </a:extLst>
          </p:cNvPr>
          <p:cNvSpPr/>
          <p:nvPr/>
        </p:nvSpPr>
        <p:spPr>
          <a:xfrm>
            <a:off x="7998263" y="3596500"/>
            <a:ext cx="1363891" cy="101600"/>
          </a:xfrm>
          <a:prstGeom prst="downArrow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D48FFFF-3E61-FB4B-4321-8F8776616DB1}"/>
              </a:ext>
            </a:extLst>
          </p:cNvPr>
          <p:cNvCxnSpPr/>
          <p:nvPr/>
        </p:nvCxnSpPr>
        <p:spPr>
          <a:xfrm>
            <a:off x="4865911" y="2894188"/>
            <a:ext cx="303293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7C818A08-3C1B-7284-EDA4-D07B0E07C298}"/>
              </a:ext>
            </a:extLst>
          </p:cNvPr>
          <p:cNvSpPr txBox="1"/>
          <p:nvPr/>
        </p:nvSpPr>
        <p:spPr>
          <a:xfrm>
            <a:off x="5290320" y="2652441"/>
            <a:ext cx="209901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1200" b="1" dirty="0"/>
              <a:t>変化</a:t>
            </a:r>
            <a:r>
              <a:rPr lang="en-US" altLang="ja-JP" sz="1200" b="1" dirty="0"/>
              <a:t>2</a:t>
            </a:r>
            <a:r>
              <a:rPr lang="ja-JP" altLang="en-US" sz="1200" b="1" dirty="0"/>
              <a:t>：</a:t>
            </a:r>
            <a:r>
              <a:rPr lang="ja-JP" altLang="en-US" sz="1200" dirty="0"/>
              <a:t>コミュニケーションが</a:t>
            </a:r>
            <a:r>
              <a:rPr lang="en-US" altLang="ja-JP" sz="1200" dirty="0"/>
              <a:t>MTG</a:t>
            </a:r>
            <a:r>
              <a:rPr lang="ja-JP" altLang="en-US" sz="1200" dirty="0"/>
              <a:t>から</a:t>
            </a:r>
            <a:r>
              <a:rPr lang="en-US" altLang="ja-JP" sz="1200" dirty="0"/>
              <a:t>F2F</a:t>
            </a:r>
            <a:r>
              <a:rPr lang="ja-JP" altLang="en-US" sz="1200" dirty="0"/>
              <a:t>に遷移しそう</a:t>
            </a:r>
            <a:endParaRPr lang="en-US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779BA7-C2CE-7A34-3190-E923FDDFA41F}"/>
              </a:ext>
            </a:extLst>
          </p:cNvPr>
          <p:cNvSpPr txBox="1"/>
          <p:nvPr/>
        </p:nvSpPr>
        <p:spPr>
          <a:xfrm>
            <a:off x="4725072" y="3823018"/>
            <a:ext cx="209901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1200" b="1" dirty="0"/>
              <a:t>変化３：</a:t>
            </a:r>
            <a:r>
              <a:rPr lang="ja-JP" altLang="en-US" sz="1200" dirty="0"/>
              <a:t>今までなかった</a:t>
            </a:r>
            <a:r>
              <a:rPr lang="en-US" altLang="ja-JP" sz="1200" dirty="0"/>
              <a:t>AI</a:t>
            </a:r>
            <a:r>
              <a:rPr lang="ja-JP" altLang="en-US" sz="1200" dirty="0"/>
              <a:t>が大量登場</a:t>
            </a:r>
            <a:endParaRPr lang="en-US" sz="1200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165D5DA-B9A4-9AB6-77F9-C2CFAF1C41EE}"/>
              </a:ext>
            </a:extLst>
          </p:cNvPr>
          <p:cNvCxnSpPr>
            <a:cxnSpLocks/>
            <a:stCxn id="69" idx="3"/>
            <a:endCxn id="9" idx="1"/>
          </p:cNvCxnSpPr>
          <p:nvPr/>
        </p:nvCxnSpPr>
        <p:spPr>
          <a:xfrm flipV="1">
            <a:off x="6824091" y="4053813"/>
            <a:ext cx="294581" cy="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7C1412A7-8950-D2C3-23BA-2EAB8B4E4612}"/>
              </a:ext>
            </a:extLst>
          </p:cNvPr>
          <p:cNvCxnSpPr>
            <a:stCxn id="24" idx="2"/>
            <a:endCxn id="18" idx="3"/>
          </p:cNvCxnSpPr>
          <p:nvPr/>
        </p:nvCxnSpPr>
        <p:spPr>
          <a:xfrm rot="16200000" flipH="1">
            <a:off x="8584390" y="2376103"/>
            <a:ext cx="1759111" cy="1606791"/>
          </a:xfrm>
          <a:prstGeom prst="bentConnector4">
            <a:avLst>
              <a:gd name="adj1" fmla="val 7959"/>
              <a:gd name="adj2" fmla="val 114227"/>
            </a:avLst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07106F76-BAA2-584E-DB8F-80FFEDAB22C1}"/>
              </a:ext>
            </a:extLst>
          </p:cNvPr>
          <p:cNvSpPr txBox="1"/>
          <p:nvPr/>
        </p:nvSpPr>
        <p:spPr>
          <a:xfrm>
            <a:off x="5536666" y="1620023"/>
            <a:ext cx="209901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1200" b="1" dirty="0"/>
              <a:t>変化１：</a:t>
            </a:r>
            <a:r>
              <a:rPr lang="ja-JP" altLang="en-US" sz="1200" dirty="0"/>
              <a:t>メンバー減少で暇になりそう</a:t>
            </a:r>
            <a:endParaRPr lang="en-US" sz="1200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EA19ACB-DE13-C30A-EF4C-9D29B1A40854}"/>
              </a:ext>
            </a:extLst>
          </p:cNvPr>
          <p:cNvCxnSpPr>
            <a:cxnSpLocks/>
            <a:stCxn id="85" idx="3"/>
          </p:cNvCxnSpPr>
          <p:nvPr/>
        </p:nvCxnSpPr>
        <p:spPr>
          <a:xfrm>
            <a:off x="7635685" y="1850856"/>
            <a:ext cx="27863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37B794B7-BF7D-C376-4BC1-3F2454295F41}"/>
              </a:ext>
            </a:extLst>
          </p:cNvPr>
          <p:cNvSpPr txBox="1"/>
          <p:nvPr/>
        </p:nvSpPr>
        <p:spPr>
          <a:xfrm>
            <a:off x="0" y="6476484"/>
            <a:ext cx="121920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b="1" dirty="0"/>
              <a:t>AI</a:t>
            </a:r>
            <a:r>
              <a:rPr lang="ja-JP" altLang="en-US" b="1" dirty="0"/>
              <a:t>時代の</a:t>
            </a:r>
            <a:r>
              <a:rPr lang="en-US" altLang="ja-JP" b="1" dirty="0"/>
              <a:t>Agile</a:t>
            </a:r>
            <a:r>
              <a:rPr lang="ja-JP" altLang="en-US" b="1" dirty="0"/>
              <a:t>の在り方を探索するために、</a:t>
            </a:r>
            <a:r>
              <a:rPr lang="en-US" altLang="ja-JP" b="1" dirty="0"/>
              <a:t>AI</a:t>
            </a:r>
            <a:r>
              <a:rPr lang="ja-JP" altLang="en-US" b="1" dirty="0"/>
              <a:t>の</a:t>
            </a:r>
            <a:r>
              <a:rPr lang="en-US" altLang="ja-JP" b="1" dirty="0"/>
              <a:t>Agile</a:t>
            </a:r>
            <a:r>
              <a:rPr lang="ja-JP" altLang="en-US" b="1" dirty="0"/>
              <a:t>チームを作ってみた</a:t>
            </a:r>
            <a:endParaRPr lang="en-US" altLang="ja-JP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1AF840-1433-8372-0AF0-6816739F2740}"/>
              </a:ext>
            </a:extLst>
          </p:cNvPr>
          <p:cNvSpPr/>
          <p:nvPr/>
        </p:nvSpPr>
        <p:spPr>
          <a:xfrm>
            <a:off x="609600" y="4786011"/>
            <a:ext cx="10972800" cy="1482928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dirty="0"/>
              <a:t>あるべき姿</a:t>
            </a:r>
            <a:endParaRPr kumimoji="1" lang="ja-JP" altLang="en-US" dirty="0"/>
          </a:p>
        </p:txBody>
      </p:sp>
      <p:pic>
        <p:nvPicPr>
          <p:cNvPr id="19" name="Graphic 18" descr="Question Mark with solid fill">
            <a:extLst>
              <a:ext uri="{FF2B5EF4-FFF2-40B4-BE49-F238E27FC236}">
                <a16:creationId xmlns:a16="http://schemas.microsoft.com/office/drawing/2014/main" id="{15869190-AC91-8077-3A07-24D91349E5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49494" y="4875106"/>
            <a:ext cx="1250174" cy="125017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C878E40-68D8-0FA9-664F-0E1C22F2BD69}"/>
              </a:ext>
            </a:extLst>
          </p:cNvPr>
          <p:cNvSpPr/>
          <p:nvPr/>
        </p:nvSpPr>
        <p:spPr>
          <a:xfrm>
            <a:off x="609600" y="1058778"/>
            <a:ext cx="10972800" cy="3519687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ja-JP" dirty="0"/>
              <a:t>AI</a:t>
            </a:r>
            <a:r>
              <a:rPr lang="ja-JP" altLang="en-US" dirty="0"/>
              <a:t>時代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44743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F9D61-449A-54EB-A33D-38193277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/>
              <a:t>チームを作る際</a:t>
            </a:r>
            <a:r>
              <a:rPr lang="ja-JP" altLang="en-US" dirty="0"/>
              <a:t>の課題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DFCBE-25C1-5198-91F8-6B5D3E5B0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1800" b="1" dirty="0"/>
              <a:t>そもそも</a:t>
            </a:r>
            <a:r>
              <a:rPr lang="en-US" altLang="ja-JP" sz="1800" b="1" dirty="0"/>
              <a:t>AI</a:t>
            </a:r>
            <a:r>
              <a:rPr lang="ja-JP" altLang="en-US" sz="1800" b="1" dirty="0"/>
              <a:t>が</a:t>
            </a:r>
            <a:r>
              <a:rPr lang="en-US" altLang="ja-JP" sz="1800" b="1" dirty="0"/>
              <a:t>Agile</a:t>
            </a:r>
            <a:r>
              <a:rPr lang="ja-JP" altLang="en-US" sz="1800" b="1" dirty="0"/>
              <a:t>チームのように動くか？</a:t>
            </a:r>
            <a:endParaRPr lang="en-US" altLang="ja-JP" sz="1800" b="1" dirty="0"/>
          </a:p>
          <a:p>
            <a:pPr lvl="1"/>
            <a:r>
              <a:rPr lang="ja-JP" altLang="en-US" sz="1800" dirty="0"/>
              <a:t>ただの名前付けじゃないか？</a:t>
            </a:r>
            <a:endParaRPr lang="en-US" altLang="ja-JP" sz="1800" dirty="0"/>
          </a:p>
          <a:p>
            <a:pPr lvl="1"/>
            <a:endParaRPr lang="en-US" altLang="ja-JP" sz="1800" dirty="0"/>
          </a:p>
          <a:p>
            <a:r>
              <a:rPr lang="en-US" altLang="ja-JP" sz="1800" b="1" dirty="0"/>
              <a:t>Agent</a:t>
            </a:r>
            <a:r>
              <a:rPr lang="ja-JP" altLang="en-US" sz="1800" b="1" dirty="0"/>
              <a:t>間の情報交換はどうできる？</a:t>
            </a:r>
            <a:endParaRPr lang="en-US" altLang="ja-JP" sz="1800" b="1" dirty="0"/>
          </a:p>
          <a:p>
            <a:pPr lvl="1"/>
            <a:r>
              <a:rPr lang="en-US" altLang="ja-JP" sz="1800" dirty="0"/>
              <a:t>Agent</a:t>
            </a:r>
            <a:r>
              <a:rPr lang="ja-JP" altLang="en-US" sz="1800" dirty="0"/>
              <a:t>間の情報交換が</a:t>
            </a:r>
            <a:r>
              <a:rPr lang="en-US" altLang="ja-JP" sz="1800" dirty="0"/>
              <a:t>Real-Time</a:t>
            </a:r>
            <a:r>
              <a:rPr lang="ja-JP" altLang="en-US" sz="1800" dirty="0"/>
              <a:t>にするか、定期的に交換するか？</a:t>
            </a:r>
            <a:endParaRPr lang="en-US" altLang="ja-JP" sz="1800" dirty="0"/>
          </a:p>
          <a:p>
            <a:pPr lvl="1"/>
            <a:r>
              <a:rPr lang="ja-JP" altLang="en-US" sz="1800" dirty="0"/>
              <a:t>情報はどうなようなパスもしくはツールで実施するか？</a:t>
            </a:r>
            <a:endParaRPr lang="en-US" altLang="ja-JP" sz="1800" dirty="0"/>
          </a:p>
          <a:p>
            <a:pPr lvl="1"/>
            <a:endParaRPr lang="en-US" altLang="ja-JP" sz="1800" dirty="0"/>
          </a:p>
          <a:p>
            <a:r>
              <a:rPr lang="ja-JP" altLang="en-US" sz="1800" b="1" dirty="0"/>
              <a:t>複数</a:t>
            </a:r>
            <a:r>
              <a:rPr lang="en-US" altLang="ja-JP" sz="1800" b="1" dirty="0"/>
              <a:t>Agent</a:t>
            </a:r>
            <a:r>
              <a:rPr lang="ja-JP" altLang="en-US" sz="1800" b="1" dirty="0"/>
              <a:t>が同時に動く際に、コンフリクトはどうする？</a:t>
            </a:r>
            <a:endParaRPr lang="en-US" altLang="ja-JP" sz="1800" b="1" dirty="0"/>
          </a:p>
          <a:p>
            <a:pPr lvl="1"/>
            <a:r>
              <a:rPr lang="ja-JP" altLang="en-US" sz="1800" dirty="0"/>
              <a:t>複数</a:t>
            </a:r>
            <a:r>
              <a:rPr lang="en-US" altLang="ja-JP" sz="1800" dirty="0"/>
              <a:t>Agent</a:t>
            </a:r>
            <a:r>
              <a:rPr lang="ja-JP" altLang="en-US" sz="1800" dirty="0"/>
              <a:t>が</a:t>
            </a:r>
            <a:r>
              <a:rPr lang="en-US" altLang="ja-JP" sz="1800" dirty="0"/>
              <a:t>MECE</a:t>
            </a:r>
            <a:r>
              <a:rPr lang="ja-JP" altLang="en-US" sz="1800" dirty="0"/>
              <a:t>で自分の責任を明確できるか？</a:t>
            </a:r>
            <a:endParaRPr lang="en-US" altLang="ja-JP" sz="1800" dirty="0"/>
          </a:p>
          <a:p>
            <a:pPr lvl="1"/>
            <a:endParaRPr lang="en-US" altLang="ja-JP" sz="1800" dirty="0"/>
          </a:p>
          <a:p>
            <a:r>
              <a:rPr lang="ja-JP" altLang="en-US" sz="1800" b="1" dirty="0"/>
              <a:t>どう</a:t>
            </a:r>
            <a:r>
              <a:rPr lang="en-US" altLang="ja-JP" sz="1800" b="1" dirty="0"/>
              <a:t>Agent</a:t>
            </a:r>
            <a:r>
              <a:rPr lang="ja-JP" altLang="en-US" sz="1800" b="1" dirty="0"/>
              <a:t>を成長させる？</a:t>
            </a:r>
            <a:endParaRPr lang="en-US" altLang="ja-JP" sz="1800" b="1" dirty="0"/>
          </a:p>
          <a:p>
            <a:pPr lvl="1"/>
            <a:r>
              <a:rPr lang="ja-JP" altLang="en-US" sz="1800" dirty="0"/>
              <a:t>人間が指導で成長できるが、</a:t>
            </a:r>
            <a:r>
              <a:rPr lang="en-US" altLang="ja-JP" sz="1800" dirty="0"/>
              <a:t>AI</a:t>
            </a:r>
            <a:r>
              <a:rPr lang="ja-JP" altLang="en-US" sz="1800" dirty="0"/>
              <a:t>はどうできる？</a:t>
            </a:r>
            <a:endParaRPr lang="en-US" altLang="ja-JP" sz="1800" dirty="0"/>
          </a:p>
          <a:p>
            <a:pPr lvl="1"/>
            <a:endParaRPr lang="en-US" altLang="ja-JP" sz="1800" dirty="0"/>
          </a:p>
          <a:p>
            <a:r>
              <a:rPr lang="ja-JP" altLang="en-US" sz="1800" b="1" dirty="0"/>
              <a:t>企業内に提供されているツールで実現できる？</a:t>
            </a:r>
            <a:endParaRPr lang="en-US" altLang="ja-JP" sz="1800" b="1" dirty="0"/>
          </a:p>
          <a:p>
            <a:pPr lvl="1"/>
            <a:r>
              <a:rPr lang="ja-JP" altLang="en-US" sz="1800" dirty="0"/>
              <a:t>多数の企業は</a:t>
            </a:r>
            <a:r>
              <a:rPr lang="en-US" altLang="ja-JP" sz="1800" dirty="0"/>
              <a:t>GitHub Copilot</a:t>
            </a:r>
            <a:r>
              <a:rPr lang="ja-JP" altLang="en-US" sz="1800" dirty="0"/>
              <a:t>か</a:t>
            </a:r>
            <a:r>
              <a:rPr lang="en-US" altLang="ja-JP" sz="1800" dirty="0"/>
              <a:t>OpenAI</a:t>
            </a:r>
            <a:r>
              <a:rPr lang="ja-JP" altLang="en-US" sz="1800" dirty="0"/>
              <a:t>　</a:t>
            </a:r>
            <a:r>
              <a:rPr lang="en-US" altLang="ja-JP" sz="1800" dirty="0"/>
              <a:t>Enterprise</a:t>
            </a:r>
            <a:r>
              <a:rPr lang="ja-JP" altLang="en-US" sz="1800" dirty="0"/>
              <a:t>などを使用している</a:t>
            </a:r>
            <a:endParaRPr lang="en-US" altLang="ja-JP" sz="1800" dirty="0"/>
          </a:p>
          <a:p>
            <a:pPr lvl="1"/>
            <a:r>
              <a:rPr lang="ja-JP" altLang="en-US" sz="1800" dirty="0"/>
              <a:t>勝手にツールを入れるのが厳しい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18919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51B65-5B8B-CC8D-D5D3-9745042D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解決：</a:t>
            </a:r>
            <a:r>
              <a:rPr lang="en-US" altLang="ja-JP" dirty="0"/>
              <a:t>VS Code</a:t>
            </a:r>
            <a:r>
              <a:rPr lang="ja-JP" altLang="en-US" dirty="0"/>
              <a:t>の</a:t>
            </a:r>
            <a:r>
              <a:rPr lang="en-US" altLang="ja-JP" dirty="0"/>
              <a:t>Custom Prompt</a:t>
            </a:r>
            <a:r>
              <a:rPr lang="ja-JP" altLang="en-US" dirty="0"/>
              <a:t>で実現した</a:t>
            </a:r>
            <a:endParaRPr lang="en-US" dirty="0"/>
          </a:p>
        </p:txBody>
      </p:sp>
      <p:pic>
        <p:nvPicPr>
          <p:cNvPr id="5" name="Content Placeholder 4" descr="Robot with solid fill">
            <a:extLst>
              <a:ext uri="{FF2B5EF4-FFF2-40B4-BE49-F238E27FC236}">
                <a16:creationId xmlns:a16="http://schemas.microsoft.com/office/drawing/2014/main" id="{B6B79946-DEE0-044F-B886-3C9BE03F00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395" y="3286686"/>
            <a:ext cx="746077" cy="74607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81F5B1-E434-ADF5-A1D3-56853B4D6A38}"/>
              </a:ext>
            </a:extLst>
          </p:cNvPr>
          <p:cNvSpPr/>
          <p:nvPr/>
        </p:nvSpPr>
        <p:spPr>
          <a:xfrm>
            <a:off x="1155472" y="3519976"/>
            <a:ext cx="1168306" cy="2794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Sprint-plan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9365AD-CF66-FE60-3007-1D880D79A2E7}"/>
              </a:ext>
            </a:extLst>
          </p:cNvPr>
          <p:cNvSpPr/>
          <p:nvPr/>
        </p:nvSpPr>
        <p:spPr>
          <a:xfrm>
            <a:off x="3896449" y="1301487"/>
            <a:ext cx="1333406" cy="2794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Sprint-review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14A2BC-ACCB-FDF0-DF11-F78E98C7B0D6}"/>
              </a:ext>
            </a:extLst>
          </p:cNvPr>
          <p:cNvSpPr/>
          <p:nvPr/>
        </p:nvSpPr>
        <p:spPr>
          <a:xfrm>
            <a:off x="6704624" y="3596324"/>
            <a:ext cx="1168306" cy="2794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Sprint-test</a:t>
            </a:r>
          </a:p>
        </p:txBody>
      </p:sp>
      <p:pic>
        <p:nvPicPr>
          <p:cNvPr id="11" name="Content Placeholder 4" descr="Robot with solid fill">
            <a:extLst>
              <a:ext uri="{FF2B5EF4-FFF2-40B4-BE49-F238E27FC236}">
                <a16:creationId xmlns:a16="http://schemas.microsoft.com/office/drawing/2014/main" id="{B8CC9715-3499-4654-0176-299F08F47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02713" y="3339148"/>
            <a:ext cx="746077" cy="746077"/>
          </a:xfrm>
          <a:prstGeom prst="rect">
            <a:avLst/>
          </a:prstGeom>
        </p:spPr>
      </p:pic>
      <p:pic>
        <p:nvPicPr>
          <p:cNvPr id="13" name="Content Placeholder 4" descr="Robot with solid fill">
            <a:extLst>
              <a:ext uri="{FF2B5EF4-FFF2-40B4-BE49-F238E27FC236}">
                <a16:creationId xmlns:a16="http://schemas.microsoft.com/office/drawing/2014/main" id="{C1F72628-B0CC-92CB-606C-C9A69E7C32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6053" y="1013497"/>
            <a:ext cx="746077" cy="746077"/>
          </a:xfrm>
          <a:prstGeom prst="rect">
            <a:avLst/>
          </a:prstGeom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6C99DB70-ED18-3B32-A40F-B3031C18C7B0}"/>
              </a:ext>
            </a:extLst>
          </p:cNvPr>
          <p:cNvSpPr/>
          <p:nvPr/>
        </p:nvSpPr>
        <p:spPr>
          <a:xfrm>
            <a:off x="2766292" y="3501751"/>
            <a:ext cx="177421" cy="33197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A3C90E2-32FD-1AF6-6EBF-460C01B78F6A}"/>
              </a:ext>
            </a:extLst>
          </p:cNvPr>
          <p:cNvSpPr/>
          <p:nvPr/>
        </p:nvSpPr>
        <p:spPr>
          <a:xfrm>
            <a:off x="5622844" y="3504104"/>
            <a:ext cx="177421" cy="331970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7B5AD5C-85AC-3B0F-56F9-DFCD346D8CA2}"/>
              </a:ext>
            </a:extLst>
          </p:cNvPr>
          <p:cNvCxnSpPr>
            <a:cxnSpLocks/>
            <a:stCxn id="34" idx="2"/>
            <a:endCxn id="52" idx="0"/>
          </p:cNvCxnSpPr>
          <p:nvPr/>
        </p:nvCxnSpPr>
        <p:spPr>
          <a:xfrm rot="5400000">
            <a:off x="2244352" y="1794128"/>
            <a:ext cx="1078180" cy="1597481"/>
          </a:xfrm>
          <a:prstGeom prst="bentConnector3">
            <a:avLst>
              <a:gd name="adj1" fmla="val 1570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6AAB2C81-946D-2182-2CC8-1EF6FAEE0C68}"/>
              </a:ext>
            </a:extLst>
          </p:cNvPr>
          <p:cNvCxnSpPr>
            <a:cxnSpLocks/>
            <a:stCxn id="34" idx="2"/>
            <a:endCxn id="51" idx="0"/>
          </p:cNvCxnSpPr>
          <p:nvPr/>
        </p:nvCxnSpPr>
        <p:spPr>
          <a:xfrm rot="16200000" flipH="1">
            <a:off x="3897465" y="1738495"/>
            <a:ext cx="336109" cy="9666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64B16EB5-C524-8100-1A66-78277A8E4D49}"/>
              </a:ext>
            </a:extLst>
          </p:cNvPr>
          <p:cNvCxnSpPr>
            <a:cxnSpLocks/>
            <a:stCxn id="34" idx="2"/>
            <a:endCxn id="50" idx="0"/>
          </p:cNvCxnSpPr>
          <p:nvPr/>
        </p:nvCxnSpPr>
        <p:spPr>
          <a:xfrm rot="16200000" flipH="1">
            <a:off x="4912450" y="723510"/>
            <a:ext cx="1173213" cy="3833748"/>
          </a:xfrm>
          <a:prstGeom prst="bentConnector3">
            <a:avLst>
              <a:gd name="adj1" fmla="val 1427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C829BA1-85DB-0611-5EE5-BEB07BA1C7E3}"/>
              </a:ext>
            </a:extLst>
          </p:cNvPr>
          <p:cNvSpPr txBox="1"/>
          <p:nvPr/>
        </p:nvSpPr>
        <p:spPr>
          <a:xfrm>
            <a:off x="2835952" y="1684446"/>
            <a:ext cx="1492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Scrum Master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721928-0543-B87D-F02E-F291F3DB2309}"/>
              </a:ext>
            </a:extLst>
          </p:cNvPr>
          <p:cNvSpPr txBox="1"/>
          <p:nvPr/>
        </p:nvSpPr>
        <p:spPr>
          <a:xfrm>
            <a:off x="554646" y="3991390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PO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6A0C63-B87E-B869-1956-DBF8C59BFBCB}"/>
              </a:ext>
            </a:extLst>
          </p:cNvPr>
          <p:cNvSpPr txBox="1"/>
          <p:nvPr/>
        </p:nvSpPr>
        <p:spPr>
          <a:xfrm>
            <a:off x="6139148" y="4061153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QA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0E4FBE5-1B53-5A70-A64C-2222D5FC0A24}"/>
              </a:ext>
            </a:extLst>
          </p:cNvPr>
          <p:cNvSpPr txBox="1"/>
          <p:nvPr/>
        </p:nvSpPr>
        <p:spPr>
          <a:xfrm>
            <a:off x="3790934" y="93837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定例プロンプト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AF1868A-1855-05A0-DD05-09C173367830}"/>
              </a:ext>
            </a:extLst>
          </p:cNvPr>
          <p:cNvSpPr txBox="1"/>
          <p:nvPr/>
        </p:nvSpPr>
        <p:spPr>
          <a:xfrm>
            <a:off x="6578200" y="3226991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CI/CD</a:t>
            </a:r>
            <a:r>
              <a:rPr lang="ja-JP" altLang="en-US" dirty="0"/>
              <a:t>プロンプト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7CD71F-E23C-C005-67D4-1C3AA064C7D1}"/>
              </a:ext>
            </a:extLst>
          </p:cNvPr>
          <p:cNvSpPr txBox="1"/>
          <p:nvPr/>
        </p:nvSpPr>
        <p:spPr>
          <a:xfrm>
            <a:off x="905976" y="3131958"/>
            <a:ext cx="21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Sprint</a:t>
            </a:r>
            <a:r>
              <a:rPr lang="ja-JP" altLang="en-US" dirty="0"/>
              <a:t>計画プロンプト</a:t>
            </a:r>
            <a:endParaRPr lang="en-US" dirty="0"/>
          </a:p>
        </p:txBody>
      </p:sp>
      <p:sp>
        <p:nvSpPr>
          <p:cNvPr id="53" name="Rectangle: Folded Corner 52">
            <a:extLst>
              <a:ext uri="{FF2B5EF4-FFF2-40B4-BE49-F238E27FC236}">
                <a16:creationId xmlns:a16="http://schemas.microsoft.com/office/drawing/2014/main" id="{DF0453FF-BC79-8FF0-BFF4-4170CDF884F8}"/>
              </a:ext>
            </a:extLst>
          </p:cNvPr>
          <p:cNvSpPr/>
          <p:nvPr/>
        </p:nvSpPr>
        <p:spPr>
          <a:xfrm>
            <a:off x="1924844" y="5523838"/>
            <a:ext cx="1168306" cy="369332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sprint.md</a:t>
            </a:r>
          </a:p>
        </p:txBody>
      </p:sp>
      <p:sp>
        <p:nvSpPr>
          <p:cNvPr id="54" name="Rectangle: Folded Corner 53">
            <a:extLst>
              <a:ext uri="{FF2B5EF4-FFF2-40B4-BE49-F238E27FC236}">
                <a16:creationId xmlns:a16="http://schemas.microsoft.com/office/drawing/2014/main" id="{6E07A8CA-5CD7-B24E-1818-63CD5E757BBF}"/>
              </a:ext>
            </a:extLst>
          </p:cNvPr>
          <p:cNvSpPr/>
          <p:nvPr/>
        </p:nvSpPr>
        <p:spPr>
          <a:xfrm>
            <a:off x="5518106" y="5428588"/>
            <a:ext cx="1355709" cy="369332"/>
          </a:xfrm>
          <a:prstGeom prst="foldedCorne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progress.md</a:t>
            </a:r>
          </a:p>
        </p:txBody>
      </p: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5A4CD4F4-3A8A-D00E-2B12-5C10E692F99A}"/>
              </a:ext>
            </a:extLst>
          </p:cNvPr>
          <p:cNvCxnSpPr>
            <a:cxnSpLocks/>
            <a:stCxn id="6" idx="2"/>
            <a:endCxn id="53" idx="1"/>
          </p:cNvCxnSpPr>
          <p:nvPr/>
        </p:nvCxnSpPr>
        <p:spPr>
          <a:xfrm rot="16200000" flipH="1">
            <a:off x="877718" y="4661377"/>
            <a:ext cx="1909033" cy="18521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03F13E7-A45B-4050-74D5-56CC59D6CD20}"/>
              </a:ext>
            </a:extLst>
          </p:cNvPr>
          <p:cNvSpPr/>
          <p:nvPr/>
        </p:nvSpPr>
        <p:spPr>
          <a:xfrm>
            <a:off x="3930048" y="2750015"/>
            <a:ext cx="1168306" cy="2794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Sprint-start</a:t>
            </a:r>
          </a:p>
        </p:txBody>
      </p:sp>
      <p:pic>
        <p:nvPicPr>
          <p:cNvPr id="10" name="Content Placeholder 4" descr="Robot with solid fill">
            <a:extLst>
              <a:ext uri="{FF2B5EF4-FFF2-40B4-BE49-F238E27FC236}">
                <a16:creationId xmlns:a16="http://schemas.microsoft.com/office/drawing/2014/main" id="{D51108FC-8761-B96E-C9B1-30218CFDE9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6054" y="2540609"/>
            <a:ext cx="746077" cy="746077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8B0524C-DECB-738F-4C91-14A1BC523DBD}"/>
              </a:ext>
            </a:extLst>
          </p:cNvPr>
          <p:cNvSpPr/>
          <p:nvPr/>
        </p:nvSpPr>
        <p:spPr>
          <a:xfrm>
            <a:off x="3930048" y="3504104"/>
            <a:ext cx="1168306" cy="2794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Sprint-start</a:t>
            </a:r>
          </a:p>
        </p:txBody>
      </p:sp>
      <p:pic>
        <p:nvPicPr>
          <p:cNvPr id="15" name="Content Placeholder 4" descr="Robot with solid fill">
            <a:extLst>
              <a:ext uri="{FF2B5EF4-FFF2-40B4-BE49-F238E27FC236}">
                <a16:creationId xmlns:a16="http://schemas.microsoft.com/office/drawing/2014/main" id="{11DE8014-BB0D-045F-B113-DF7F1DE1C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6054" y="3294698"/>
            <a:ext cx="746077" cy="74607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C6189E-D36D-0687-8F5A-1E875ABA0BA7}"/>
              </a:ext>
            </a:extLst>
          </p:cNvPr>
          <p:cNvSpPr/>
          <p:nvPr/>
        </p:nvSpPr>
        <p:spPr>
          <a:xfrm>
            <a:off x="3930048" y="4294631"/>
            <a:ext cx="1168306" cy="2794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Sprint-start</a:t>
            </a:r>
          </a:p>
        </p:txBody>
      </p:sp>
      <p:pic>
        <p:nvPicPr>
          <p:cNvPr id="17" name="Content Placeholder 4" descr="Robot with solid fill">
            <a:extLst>
              <a:ext uri="{FF2B5EF4-FFF2-40B4-BE49-F238E27FC236}">
                <a16:creationId xmlns:a16="http://schemas.microsoft.com/office/drawing/2014/main" id="{1AA44FFF-5401-E7D7-6915-D81E65E43F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6054" y="4085225"/>
            <a:ext cx="746077" cy="74607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B75373F-2D94-3A84-02CC-A850AB12E611}"/>
              </a:ext>
            </a:extLst>
          </p:cNvPr>
          <p:cNvSpPr txBox="1"/>
          <p:nvPr/>
        </p:nvSpPr>
        <p:spPr>
          <a:xfrm>
            <a:off x="3275996" y="4820376"/>
            <a:ext cx="60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SWE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C9F18C-6BF6-5C73-4C3D-75B7E10765CD}"/>
              </a:ext>
            </a:extLst>
          </p:cNvPr>
          <p:cNvSpPr txBox="1"/>
          <p:nvPr/>
        </p:nvSpPr>
        <p:spPr>
          <a:xfrm>
            <a:off x="3748797" y="2389887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実装プロンプト</a:t>
            </a:r>
            <a:endParaRPr lang="en-US" dirty="0"/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B582D252-D2D8-74BF-673D-C9FF61B07214}"/>
              </a:ext>
            </a:extLst>
          </p:cNvPr>
          <p:cNvCxnSpPr>
            <a:cxnSpLocks/>
          </p:cNvCxnSpPr>
          <p:nvPr/>
        </p:nvCxnSpPr>
        <p:spPr>
          <a:xfrm>
            <a:off x="3213800" y="2964404"/>
            <a:ext cx="0" cy="27440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ADB0EA8-657C-625F-6C9D-01E01A4A0104}"/>
              </a:ext>
            </a:extLst>
          </p:cNvPr>
          <p:cNvCxnSpPr>
            <a:cxnSpLocks/>
          </p:cNvCxnSpPr>
          <p:nvPr/>
        </p:nvCxnSpPr>
        <p:spPr>
          <a:xfrm flipH="1">
            <a:off x="3093150" y="5708503"/>
            <a:ext cx="12065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AAC46088-2E41-8A4C-6EAB-F418BE46D467}"/>
              </a:ext>
            </a:extLst>
          </p:cNvPr>
          <p:cNvCxnSpPr/>
          <p:nvPr/>
        </p:nvCxnSpPr>
        <p:spPr>
          <a:xfrm>
            <a:off x="3208121" y="2964404"/>
            <a:ext cx="1620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9C5A75E0-16C5-367A-6DD1-D1272DF6A8C8}"/>
              </a:ext>
            </a:extLst>
          </p:cNvPr>
          <p:cNvCxnSpPr/>
          <p:nvPr/>
        </p:nvCxnSpPr>
        <p:spPr>
          <a:xfrm>
            <a:off x="3206053" y="3764549"/>
            <a:ext cx="1620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AEAC717-6879-A3D3-EEB4-93DB9876131D}"/>
              </a:ext>
            </a:extLst>
          </p:cNvPr>
          <p:cNvCxnSpPr/>
          <p:nvPr/>
        </p:nvCxnSpPr>
        <p:spPr>
          <a:xfrm>
            <a:off x="3213800" y="4555076"/>
            <a:ext cx="1620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164D95F1-F77D-C221-CC91-A31687E53D8E}"/>
              </a:ext>
            </a:extLst>
          </p:cNvPr>
          <p:cNvCxnSpPr>
            <a:stCxn id="9" idx="3"/>
            <a:endCxn id="54" idx="1"/>
          </p:cNvCxnSpPr>
          <p:nvPr/>
        </p:nvCxnSpPr>
        <p:spPr>
          <a:xfrm>
            <a:off x="5098354" y="2889763"/>
            <a:ext cx="419752" cy="27234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45389E56-BB94-44AA-3A09-5E47AE763B6F}"/>
              </a:ext>
            </a:extLst>
          </p:cNvPr>
          <p:cNvCxnSpPr>
            <a:stCxn id="14" idx="3"/>
            <a:endCxn id="54" idx="1"/>
          </p:cNvCxnSpPr>
          <p:nvPr/>
        </p:nvCxnSpPr>
        <p:spPr>
          <a:xfrm>
            <a:off x="5098354" y="3643852"/>
            <a:ext cx="419752" cy="19694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CED64A3-1925-FF3A-05CD-FD2BCA7D8DD3}"/>
              </a:ext>
            </a:extLst>
          </p:cNvPr>
          <p:cNvCxnSpPr>
            <a:stCxn id="16" idx="3"/>
            <a:endCxn id="54" idx="1"/>
          </p:cNvCxnSpPr>
          <p:nvPr/>
        </p:nvCxnSpPr>
        <p:spPr>
          <a:xfrm>
            <a:off x="5098354" y="4434379"/>
            <a:ext cx="419752" cy="11788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DC9CC118-17E6-7FDD-9909-47070A92DFA0}"/>
              </a:ext>
            </a:extLst>
          </p:cNvPr>
          <p:cNvCxnSpPr>
            <a:stCxn id="54" idx="3"/>
            <a:endCxn id="7" idx="3"/>
          </p:cNvCxnSpPr>
          <p:nvPr/>
        </p:nvCxnSpPr>
        <p:spPr>
          <a:xfrm flipH="1" flipV="1">
            <a:off x="5229855" y="1441235"/>
            <a:ext cx="1643960" cy="4172019"/>
          </a:xfrm>
          <a:prstGeom prst="bentConnector3">
            <a:avLst>
              <a:gd name="adj1" fmla="val -842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628BFCBB-3E7D-AB05-E644-A46A4BD50BE2}"/>
              </a:ext>
            </a:extLst>
          </p:cNvPr>
          <p:cNvCxnSpPr>
            <a:stCxn id="53" idx="2"/>
            <a:endCxn id="7" idx="3"/>
          </p:cNvCxnSpPr>
          <p:nvPr/>
        </p:nvCxnSpPr>
        <p:spPr>
          <a:xfrm rot="5400000" flipH="1" flipV="1">
            <a:off x="1643458" y="2306774"/>
            <a:ext cx="4451935" cy="2720858"/>
          </a:xfrm>
          <a:prstGeom prst="bentConnector4">
            <a:avLst>
              <a:gd name="adj1" fmla="val -5135"/>
              <a:gd name="adj2" fmla="val 21132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6A7DB47-1C04-45B7-8CEF-1C05E34FD8FF}"/>
              </a:ext>
            </a:extLst>
          </p:cNvPr>
          <p:cNvSpPr txBox="1"/>
          <p:nvPr/>
        </p:nvSpPr>
        <p:spPr>
          <a:xfrm>
            <a:off x="8632097" y="1057166"/>
            <a:ext cx="34683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Agent</a:t>
            </a:r>
            <a:r>
              <a:rPr lang="ja-JP" altLang="en-US" b="1" dirty="0"/>
              <a:t>間の通信は</a:t>
            </a:r>
            <a:r>
              <a:rPr lang="en-US" altLang="ja-JP" b="1" dirty="0"/>
              <a:t>sprint.md</a:t>
            </a:r>
            <a:r>
              <a:rPr lang="ja-JP" altLang="en-US" b="1" dirty="0"/>
              <a:t>と</a:t>
            </a:r>
            <a:r>
              <a:rPr lang="en-US" altLang="ja-JP" b="1" dirty="0"/>
              <a:t>progress.md</a:t>
            </a:r>
            <a:r>
              <a:rPr lang="ja-JP" altLang="en-US" b="1" dirty="0"/>
              <a:t>経由</a:t>
            </a:r>
            <a:endParaRPr lang="en-US" altLang="ja-JP" b="1" dirty="0"/>
          </a:p>
          <a:p>
            <a:pPr marL="285750" indent="-285750">
              <a:buFontTx/>
              <a:buChar char="-"/>
            </a:pPr>
            <a:r>
              <a:rPr lang="ja-JP" altLang="en-US" dirty="0"/>
              <a:t>書く際に</a:t>
            </a:r>
            <a:r>
              <a:rPr lang="en-US" altLang="ja-JP" dirty="0"/>
              <a:t>Session</a:t>
            </a:r>
            <a:r>
              <a:rPr lang="ja-JP" altLang="en-US" dirty="0"/>
              <a:t> </a:t>
            </a:r>
            <a:r>
              <a:rPr lang="en-US" altLang="ja-JP" dirty="0"/>
              <a:t>ID</a:t>
            </a:r>
            <a:r>
              <a:rPr lang="ja-JP" altLang="en-US" dirty="0"/>
              <a:t>をまず書く。同時変更防止</a:t>
            </a:r>
            <a:endParaRPr lang="en-US" altLang="ja-JP" dirty="0"/>
          </a:p>
          <a:p>
            <a:pPr marL="285750" indent="-285750">
              <a:buFontTx/>
              <a:buChar char="-"/>
            </a:pPr>
            <a:r>
              <a:rPr lang="en-US" altLang="ja-JP" dirty="0"/>
              <a:t>Sprint</a:t>
            </a:r>
            <a:r>
              <a:rPr lang="ja-JP" altLang="en-US" dirty="0"/>
              <a:t>は必ず</a:t>
            </a:r>
            <a:r>
              <a:rPr lang="en-US" altLang="ja-JP" dirty="0"/>
              <a:t>MECE</a:t>
            </a:r>
            <a:r>
              <a:rPr lang="ja-JP" altLang="en-US" dirty="0"/>
              <a:t>で作るように指示する</a:t>
            </a:r>
            <a:endParaRPr lang="en-US" altLang="ja-JP" dirty="0"/>
          </a:p>
          <a:p>
            <a:endParaRPr lang="en-US" dirty="0"/>
          </a:p>
          <a:p>
            <a:r>
              <a:rPr lang="en-US" b="1" dirty="0"/>
              <a:t>Sprint-plan -&gt; sprint-start -&gt; sprint-test -&gt; sprint-review</a:t>
            </a:r>
            <a:r>
              <a:rPr lang="ja-JP" altLang="en-US" b="1" dirty="0"/>
              <a:t>の順で繰り返す</a:t>
            </a:r>
            <a:endParaRPr lang="en-US" altLang="ja-JP" b="1" dirty="0"/>
          </a:p>
          <a:p>
            <a:pPr marL="285750" indent="-285750">
              <a:buFontTx/>
              <a:buChar char="-"/>
            </a:pPr>
            <a:r>
              <a:rPr lang="en-US" dirty="0"/>
              <a:t>sprint-start</a:t>
            </a:r>
            <a:r>
              <a:rPr lang="ja-JP" altLang="en-US" dirty="0"/>
              <a:t>は並行でまた何回実行する</a:t>
            </a:r>
            <a:endParaRPr lang="en-US" altLang="ja-JP" dirty="0"/>
          </a:p>
          <a:p>
            <a:endParaRPr lang="en-US" dirty="0"/>
          </a:p>
          <a:p>
            <a:r>
              <a:rPr lang="en-US" b="1" dirty="0"/>
              <a:t>Scrum Master</a:t>
            </a:r>
            <a:r>
              <a:rPr lang="ja-JP" altLang="en-US" b="1" dirty="0"/>
              <a:t>は状況を見て、プロンプトを育成する</a:t>
            </a:r>
            <a:endParaRPr lang="en-US" altLang="ja-JP" b="1" dirty="0"/>
          </a:p>
          <a:p>
            <a:endParaRPr lang="en-US" dirty="0"/>
          </a:p>
          <a:p>
            <a:r>
              <a:rPr lang="ja-JP" altLang="en-US" b="1" dirty="0"/>
              <a:t>すべては</a:t>
            </a:r>
            <a:r>
              <a:rPr lang="en-US" altLang="ja-JP" b="1" dirty="0"/>
              <a:t>VS Code + Copilot</a:t>
            </a:r>
            <a:r>
              <a:rPr lang="ja-JP" altLang="en-US" b="1" dirty="0"/>
              <a:t>で実現できる</a:t>
            </a:r>
            <a:endParaRPr lang="en-US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39C38C5-31D3-7536-D5EC-303C4E3FE00E}"/>
              </a:ext>
            </a:extLst>
          </p:cNvPr>
          <p:cNvSpPr txBox="1"/>
          <p:nvPr/>
        </p:nvSpPr>
        <p:spPr>
          <a:xfrm>
            <a:off x="409395" y="6428848"/>
            <a:ext cx="10554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プロンプトはここから取得できる：　</a:t>
            </a:r>
            <a:r>
              <a:rPr lang="en-US" dirty="0">
                <a:hlinkClick r:id="rId3"/>
              </a:rPr>
              <a:t>https://github.com/alroborol/Agile-Team-Promts/tree/main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791B-C2A3-45DA-BD5F-CAD2D03F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結果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06479-D94F-34A2-2367-2DAF686BD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62001"/>
            <a:ext cx="10972800" cy="5324900"/>
          </a:xfrm>
        </p:spPr>
        <p:txBody>
          <a:bodyPr>
            <a:normAutofit/>
          </a:bodyPr>
          <a:lstStyle/>
          <a:p>
            <a:r>
              <a:rPr lang="en-US" altLang="ja-JP" sz="1800" dirty="0"/>
              <a:t>Agent</a:t>
            </a:r>
            <a:r>
              <a:rPr lang="ja-JP" altLang="en-US" sz="1800" dirty="0"/>
              <a:t>の進捗は</a:t>
            </a:r>
            <a:r>
              <a:rPr lang="en-US" altLang="ja-JP" sz="1800" dirty="0"/>
              <a:t>sprint.md</a:t>
            </a:r>
            <a:r>
              <a:rPr lang="ja-JP" altLang="en-US" sz="1800" dirty="0"/>
              <a:t>でパッと分かる</a:t>
            </a:r>
            <a:endParaRPr lang="en-US" altLang="ja-JP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ja-JP" altLang="en-US" sz="1800" dirty="0"/>
              <a:t>並列実行が可能になった</a:t>
            </a:r>
            <a:endParaRPr lang="en-US" altLang="ja-JP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ja-JP" altLang="en-US" sz="1800" dirty="0"/>
              <a:t>さらに</a:t>
            </a:r>
            <a:r>
              <a:rPr lang="en-US" altLang="ja-JP" sz="1800" dirty="0"/>
              <a:t>Agent</a:t>
            </a:r>
            <a:r>
              <a:rPr lang="ja-JP" altLang="en-US" sz="1800" dirty="0"/>
              <a:t>の育成（プロンプトの進化）ができた</a:t>
            </a: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B8E4E3-C08E-A496-B8C1-8F783059D2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592" b="64098"/>
          <a:stretch>
            <a:fillRect/>
          </a:stretch>
        </p:blipFill>
        <p:spPr>
          <a:xfrm>
            <a:off x="1309432" y="3085278"/>
            <a:ext cx="3073952" cy="15985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6655919-97F2-362D-9A40-0916FBB8F5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19" b="64249"/>
          <a:stretch>
            <a:fillRect/>
          </a:stretch>
        </p:blipFill>
        <p:spPr>
          <a:xfrm>
            <a:off x="5235263" y="3085277"/>
            <a:ext cx="3040907" cy="1598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14694A-FDFF-02FC-412F-D52560604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51" y="1069309"/>
            <a:ext cx="3875292" cy="1629472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8C2512C-0191-8DF1-083F-6D5C8E8AD406}"/>
              </a:ext>
            </a:extLst>
          </p:cNvPr>
          <p:cNvSpPr/>
          <p:nvPr/>
        </p:nvSpPr>
        <p:spPr>
          <a:xfrm>
            <a:off x="4722125" y="3740624"/>
            <a:ext cx="204717" cy="5322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5C9A39-C7FE-855F-DE81-A71CBD1B26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51" y="5059033"/>
            <a:ext cx="8121650" cy="143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452D-CD71-93E4-0EAB-8728979C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結論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1A92-B199-7634-1809-7DDD1B40B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62001"/>
            <a:ext cx="10972800" cy="3761013"/>
          </a:xfrm>
        </p:spPr>
        <p:txBody>
          <a:bodyPr>
            <a:normAutofit/>
          </a:bodyPr>
          <a:lstStyle/>
          <a:p>
            <a:r>
              <a:rPr lang="en-US" altLang="ja-JP" sz="2000" b="1" dirty="0"/>
              <a:t>Agent</a:t>
            </a:r>
            <a:r>
              <a:rPr lang="ja-JP" altLang="en-US" sz="2000" b="1" dirty="0"/>
              <a:t>チーム設計が重要</a:t>
            </a:r>
            <a:endParaRPr lang="en-US" sz="2000" b="1" dirty="0"/>
          </a:p>
          <a:p>
            <a:pPr lvl="1"/>
            <a:r>
              <a:rPr lang="ja-JP" altLang="en-US" sz="2000" dirty="0"/>
              <a:t>同じく一発</a:t>
            </a:r>
            <a:r>
              <a:rPr lang="en-US" altLang="ja-JP" sz="2000" dirty="0"/>
              <a:t>High-Level</a:t>
            </a:r>
            <a:r>
              <a:rPr lang="ja-JP" altLang="en-US" sz="2000" dirty="0"/>
              <a:t>な要件を投げるのに、</a:t>
            </a:r>
            <a:r>
              <a:rPr lang="en-US" altLang="ja-JP" sz="2000" dirty="0"/>
              <a:t>Agile AI</a:t>
            </a:r>
            <a:r>
              <a:rPr lang="ja-JP" altLang="en-US" sz="2000" dirty="0"/>
              <a:t>チームなら、品質の高いものを出せる</a:t>
            </a:r>
            <a:endParaRPr lang="en-US" altLang="ja-JP" sz="2000" dirty="0"/>
          </a:p>
          <a:p>
            <a:pPr lvl="1"/>
            <a:r>
              <a:rPr lang="en-US" altLang="ja-JP" sz="2000" dirty="0"/>
              <a:t>Sprint.md</a:t>
            </a:r>
            <a:r>
              <a:rPr lang="ja-JP" altLang="en-US" sz="2000" dirty="0"/>
              <a:t>から</a:t>
            </a:r>
            <a:r>
              <a:rPr lang="en-US" altLang="ja-JP" sz="2000" dirty="0"/>
              <a:t>AI</a:t>
            </a:r>
            <a:r>
              <a:rPr lang="ja-JP" altLang="en-US" sz="2000" dirty="0"/>
              <a:t>の進捗が読める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ja-JP" altLang="en-US" sz="2000" b="1" dirty="0"/>
              <a:t>プロンプトの自律的な改善はすごく重要</a:t>
            </a:r>
            <a:endParaRPr lang="en-US" sz="2000" b="1" dirty="0"/>
          </a:p>
          <a:p>
            <a:pPr lvl="1"/>
            <a:r>
              <a:rPr lang="ja-JP" altLang="en-US" sz="2000" dirty="0"/>
              <a:t>人間が一発でいいプロンプトを書くのが無理</a:t>
            </a:r>
            <a:endParaRPr lang="en-US" altLang="ja-JP" sz="2000" dirty="0"/>
          </a:p>
          <a:p>
            <a:pPr lvl="1"/>
            <a:r>
              <a:rPr lang="en-US" altLang="ja-JP" sz="2000" dirty="0"/>
              <a:t>Scrum Master</a:t>
            </a:r>
            <a:r>
              <a:rPr lang="ja-JP" altLang="en-US" sz="2000" dirty="0"/>
              <a:t>の自律的な改善を通して、最終的にかなり使いやすくなった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 err="1"/>
              <a:t>既存ツール内での実現が重要</a:t>
            </a:r>
            <a:endParaRPr lang="en-US" sz="2000" b="1" dirty="0"/>
          </a:p>
          <a:p>
            <a:pPr lvl="1"/>
            <a:r>
              <a:rPr lang="en-US" sz="2000" dirty="0"/>
              <a:t>VS Code + </a:t>
            </a:r>
            <a:r>
              <a:rPr lang="en-US" sz="2000" dirty="0" err="1"/>
              <a:t>Copilotのような標準環境で</a:t>
            </a:r>
            <a:r>
              <a:rPr lang="ja-JP" altLang="en-US" sz="2000" dirty="0"/>
              <a:t>実現できないと、業務には運用できない</a:t>
            </a:r>
            <a:r>
              <a:rPr lang="en-US" sz="2000" dirty="0"/>
              <a:t>。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881BF9-9E20-E35F-821F-0332F60D4869}"/>
              </a:ext>
            </a:extLst>
          </p:cNvPr>
          <p:cNvSpPr txBox="1"/>
          <p:nvPr/>
        </p:nvSpPr>
        <p:spPr>
          <a:xfrm>
            <a:off x="0" y="6472924"/>
            <a:ext cx="12192000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800" b="1" dirty="0"/>
              <a:t>AI</a:t>
            </a:r>
            <a:r>
              <a:rPr lang="ja-JP" altLang="en-US" b="1" dirty="0"/>
              <a:t>開発</a:t>
            </a:r>
            <a:r>
              <a:rPr lang="en-US" sz="1800" b="1" dirty="0" err="1"/>
              <a:t>は「自動化」ではなく</a:t>
            </a:r>
            <a:r>
              <a:rPr lang="en-US" sz="1800" b="1" dirty="0"/>
              <a:t>、</a:t>
            </a:r>
            <a:r>
              <a:rPr lang="ja-JP" altLang="en-US" sz="1800" b="1" dirty="0"/>
              <a:t>「</a:t>
            </a:r>
            <a:r>
              <a:rPr lang="en-US" sz="1800" b="1" dirty="0" err="1"/>
              <a:t>AIを含むチーム設計</a:t>
            </a:r>
            <a:r>
              <a:rPr lang="ja-JP" altLang="en-US" sz="1800" b="1" dirty="0"/>
              <a:t>」</a:t>
            </a:r>
            <a:r>
              <a:rPr lang="en-US" sz="1800" b="1" dirty="0" err="1"/>
              <a:t>である</a:t>
            </a:r>
            <a:r>
              <a:rPr lang="en-US" sz="1800" b="1" dirty="0"/>
              <a:t>。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058AB4-2227-790C-39EF-B2946D11AA21}"/>
              </a:ext>
            </a:extLst>
          </p:cNvPr>
          <p:cNvSpPr/>
          <p:nvPr/>
        </p:nvSpPr>
        <p:spPr>
          <a:xfrm>
            <a:off x="609600" y="4786011"/>
            <a:ext cx="10972800" cy="1482928"/>
          </a:xfrm>
          <a:prstGeom prst="rect">
            <a:avLst/>
          </a:prstGeom>
          <a:noFill/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ja-JP" altLang="en-US" dirty="0"/>
              <a:t>あるべき姿</a:t>
            </a:r>
            <a:endParaRPr kumimoji="1" lang="ja-JP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34206-2473-1771-9F13-FBC56543A670}"/>
              </a:ext>
            </a:extLst>
          </p:cNvPr>
          <p:cNvSpPr txBox="1"/>
          <p:nvPr/>
        </p:nvSpPr>
        <p:spPr>
          <a:xfrm>
            <a:off x="4020752" y="5174804"/>
            <a:ext cx="4150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 b="1" dirty="0" err="1"/>
              <a:t>AIを含むチーム設計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25390572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8e20e6-048a-4bad-a26b-318dd1cd4d47}" enabled="1" method="Privileged" siteId="{66c65d8a-9158-4521-a2d8-664963db48e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SimpleWhite</Template>
  <TotalTime>509</TotalTime>
  <Words>492</Words>
  <PresentationFormat>Widescreen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SimpleWhite</vt:lpstr>
      <vt:lpstr>AIのAgileチームを作ってみた</vt:lpstr>
      <vt:lpstr>背景：AI時代にAgileがどう変わる</vt:lpstr>
      <vt:lpstr>チームを作る際の課題</vt:lpstr>
      <vt:lpstr>解決：VS CodeのCustom Promptで実現した</vt:lpstr>
      <vt:lpstr>結果</vt:lpstr>
      <vt:lpstr>結論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terms:created xsi:type="dcterms:W3CDTF">2026-06-16T00:53:39Z</dcterms:created>
  <dcterms:modified xsi:type="dcterms:W3CDTF">2026-06-18T04:22:48Z</dcterms:modified>
</cp:coreProperties>
</file>